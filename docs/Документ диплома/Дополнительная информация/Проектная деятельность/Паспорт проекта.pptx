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83" r:id="rId3"/>
    <p:sldId id="294" r:id="rId4"/>
    <p:sldId id="295" r:id="rId5"/>
    <p:sldId id="296" r:id="rId6"/>
    <p:sldId id="297" r:id="rId7"/>
    <p:sldId id="298" r:id="rId8"/>
    <p:sldId id="300" r:id="rId9"/>
    <p:sldId id="299" r:id="rId10"/>
    <p:sldId id="301" r:id="rId11"/>
  </p:sldIdLst>
  <p:sldSz cx="12192000" cy="6858000"/>
  <p:notesSz cx="6888163" cy="100203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302" autoAdjust="0"/>
  </p:normalViewPr>
  <p:slideViewPr>
    <p:cSldViewPr snapToGrid="0">
      <p:cViewPr varScale="1">
        <p:scale>
          <a:sx n="83" d="100"/>
          <a:sy n="83" d="100"/>
        </p:scale>
        <p:origin x="67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919A0-0F8F-4556-97BA-80A26EB0CDF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19EE8-F794-486C-BD8F-614EBD19B9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53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919EE8-F794-486C-BD8F-614EBD19B91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121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6827-912E-4F21-9FF3-BF336F6348F0}" type="datetime1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19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E13B3-7983-4918-8ED9-C7A7FC9669F3}" type="datetime1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21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BF9AB-5483-4D8C-BBFA-2935D20CF6B6}" type="datetime1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1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6516E-E531-4729-B5F4-09172D43A94F}" type="datetime1">
              <a:rPr lang="ru-RU" smtClean="0"/>
              <a:t>16.10.2024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80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11E5-67D8-46C2-90AD-439B60FB93D9}" type="datetime1">
              <a:rPr lang="ru-RU" smtClean="0"/>
              <a:t>16.10.2024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50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8EAD-645D-4AB3-9F3A-CA0EDE6555CD}" type="datetime1">
              <a:rPr lang="ru-RU" smtClean="0"/>
              <a:t>16.10.2024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09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822CE-1703-43DB-A83F-34968A858A28}" type="datetime1">
              <a:rPr lang="ru-RU" smtClean="0"/>
              <a:t>16.10.2024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5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C738-0D20-4253-8569-FE0140A6CE48}" type="datetime1">
              <a:rPr lang="ru-RU" smtClean="0"/>
              <a:t>16.10.2024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14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AEC3-C553-434E-9EB8-5613E50AF861}" type="datetime1">
              <a:rPr lang="ru-RU" smtClean="0"/>
              <a:t>16.10.2024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42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EF12-4F97-4437-BD62-D80BF0B88B2C}" type="datetime1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18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A92E6-D735-4A92-9CD8-32D7EB4D9B77}" type="datetime1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45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0BDC7-ECD0-4EA4-99CC-54186DBED57E}" type="datetime1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54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_____Microsoft_Excel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_____Microsoft_Excel1.xlsx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3" descr="C:\Users\Андрей\Desktop\1\Безымянный-2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6351"/>
            <a:ext cx="12192000" cy="686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12"/>
          <p:cNvSpPr>
            <a:spLocks noChangeArrowheads="1"/>
          </p:cNvSpPr>
          <p:nvPr/>
        </p:nvSpPr>
        <p:spPr bwMode="auto">
          <a:xfrm>
            <a:off x="1951630" y="209528"/>
            <a:ext cx="10099343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600" dirty="0">
                <a:solidFill>
                  <a:srgbClr val="323C8D"/>
                </a:solidFill>
                <a:latin typeface="Century Gothic" panose="020B0502020202020204" pitchFamily="34" charset="0"/>
              </a:rPr>
              <a:t>«</a:t>
            </a: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Министерство образования и науки Российской Федерации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Федеральное государственное бюджетное образовательное учреждение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высшего образования «Магнитогорский государственный технический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университет им. Г.И. Носова»</a:t>
            </a:r>
            <a:endParaRPr lang="en-US" altLang="ru-RU" sz="1800" dirty="0">
              <a:solidFill>
                <a:srgbClr val="323C8D"/>
              </a:solidFill>
              <a:latin typeface="Century Gothic" panose="020B0502020202020204" pitchFamily="34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endParaRPr lang="en-US" sz="1400" dirty="0"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Кафедра вычислительной техники и программирования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050771" y="5507202"/>
            <a:ext cx="91412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Выполнил: студент </a:t>
            </a: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группы АВб-22-2                                        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                </a:t>
            </a:r>
            <a:r>
              <a:rPr lang="ru-RU" altLang="ru-RU" dirty="0" err="1" smtClean="0">
                <a:solidFill>
                  <a:srgbClr val="323C8D"/>
                </a:solidFill>
                <a:latin typeface="Century Gothic" panose="020B0502020202020204" pitchFamily="34" charset="0"/>
              </a:rPr>
              <a:t>Зозин</a:t>
            </a:r>
            <a:r>
              <a:rPr lang="ru-RU" altLang="ru-RU" dirty="0" smtClean="0">
                <a:solidFill>
                  <a:srgbClr val="323C8D"/>
                </a:solidFill>
                <a:latin typeface="Century Gothic" panose="020B0502020202020204" pitchFamily="34" charset="0"/>
              </a:rPr>
              <a:t> П.А.</a:t>
            </a:r>
            <a:endParaRPr lang="ru-RU" altLang="ru-RU" dirty="0">
              <a:solidFill>
                <a:srgbClr val="323C8D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Преподаватель:    						    Егорова Л.Г.                                                                        </a:t>
            </a:r>
          </a:p>
        </p:txBody>
      </p:sp>
      <p:sp>
        <p:nvSpPr>
          <p:cNvPr id="5" name="Содержимое 9"/>
          <p:cNvSpPr txBox="1">
            <a:spLocks/>
          </p:cNvSpPr>
          <p:nvPr/>
        </p:nvSpPr>
        <p:spPr>
          <a:xfrm>
            <a:off x="4888868" y="2949825"/>
            <a:ext cx="6902928" cy="1701684"/>
          </a:xfrm>
          <a:prstGeom prst="rect">
            <a:avLst/>
          </a:prstGeom>
        </p:spPr>
        <p:txBody>
          <a:bodyPr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 u="sng" dirty="0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Times New Roman" panose="02020603050405020304" pitchFamily="18" charset="0"/>
              </a:rPr>
              <a:t>Паспорт учебного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ru-RU" b="1" u="sng" dirty="0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Times New Roman" panose="02020603050405020304" pitchFamily="18" charset="0"/>
              </a:rPr>
              <a:t>Инженерного проекта</a:t>
            </a:r>
            <a:endParaRPr lang="ru-RU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ru-RU" b="1" u="sng" dirty="0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Times New Roman" panose="02020603050405020304" pitchFamily="18" charset="0"/>
              </a:rPr>
              <a:t>Название: </a:t>
            </a:r>
            <a:r>
              <a:rPr lang="en-US" b="1" u="sng" dirty="0" err="1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Times New Roman" panose="02020603050405020304" pitchFamily="18" charset="0"/>
              </a:rPr>
              <a:t>ActiVolo</a:t>
            </a:r>
            <a:endParaRPr lang="ru-RU" b="1" u="sng" dirty="0">
              <a:solidFill>
                <a:srgbClr val="323C8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79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0" y="705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Характеристика проекта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2</a:t>
            </a:fld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1305077" y="1953850"/>
            <a:ext cx="9141229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достижения продуктового результата: 01.01.2025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 какого курса могут участвовать в проекта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Третьего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Максимальное количество студентов в проекте: 3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студенческой команды: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Указать для каких направлений подготовки подходит проект: 09.03.01 «Информатика и вычислительная техника»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0578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0" y="705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Формулировка инженерной проблемы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3</a:t>
            </a:fld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1525385" y="1738191"/>
            <a:ext cx="9141229" cy="2685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</a:t>
            </a:r>
            <a:r>
              <a:rPr lang="ru-RU" alt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кейса</a:t>
            </a:r>
          </a:p>
          <a:p>
            <a:pPr indent="457200">
              <a:lnSpc>
                <a:spcPct val="150000"/>
              </a:lnSpc>
            </a:pPr>
            <a:r>
              <a:rPr lang="ru-RU" alt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заключается в отсутствии централизованной системы для управления и мониторинга деятельности волонтеров в организации, что приводит к снижению эффективности распределения задач, отслеживания выполненной работы и поддержания актуальных данных о волонтерах. В результате организации сталкиваются с трудностями в координации работы волонтеров, своевременном информировании о задачах и контроле их выполнения, что приводит к потере времени и снижению качества предоставляемых услуг.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57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0" y="705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Описание результата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4</a:t>
            </a:fld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1525385" y="1738893"/>
            <a:ext cx="9141229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Описание </a:t>
            </a:r>
            <a:r>
              <a:rPr lang="ru-RU" alt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результата</a:t>
            </a:r>
          </a:p>
          <a:p>
            <a:pPr indent="457200">
              <a:lnSpc>
                <a:spcPct val="150000"/>
              </a:lnSpc>
              <a:spcBef>
                <a:spcPct val="0"/>
              </a:spcBef>
            </a:pP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Ожидается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приложение для управления и мониторинга работы волонтеров позволит значительно улучшить координацию и эффективность работы волонтеров в организации. Руководители смогут оперативно распределять задачи, отслеживать их выполнение и получать актуальную информацию о вовлеченности каждого волонтера. Это повысит продуктивность команды, обеспечит своевременное выполнение задач и улучшит коммуникацию между руководителями и волонтерами. Приложение также упростит контроль за выполнением работы, сделает процессы прозрачными и обеспечит удобный доступ к необходимым данным.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950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0" y="705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Пример графика работы над продуктом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5</a:t>
            </a:fld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2A8BFF2-4F9E-4F1F-A268-F7D8B38AFC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727031"/>
              </p:ext>
            </p:extLst>
          </p:nvPr>
        </p:nvGraphicFramePr>
        <p:xfrm>
          <a:off x="1056084" y="1178594"/>
          <a:ext cx="10079831" cy="5265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Worksheet" r:id="rId4" imgW="10218314" imgH="5844713" progId="Excel.Sheet.12">
                  <p:embed/>
                </p:oleObj>
              </mc:Choice>
              <mc:Fallback>
                <p:oleObj name="Worksheet" r:id="rId4" imgW="10218314" imgH="584471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6084" y="1178594"/>
                        <a:ext cx="10079831" cy="5265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171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0" y="705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График работы над продуктом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6</a:t>
            </a:fld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3EF836E-7A9D-4F54-BC4C-D841FB2326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341463"/>
              </p:ext>
            </p:extLst>
          </p:nvPr>
        </p:nvGraphicFramePr>
        <p:xfrm>
          <a:off x="670784" y="1137920"/>
          <a:ext cx="10850432" cy="5218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Worksheet" r:id="rId4" imgW="10218314" imgH="4495737" progId="Excel.Sheet.12">
                  <p:embed/>
                </p:oleObj>
              </mc:Choice>
              <mc:Fallback>
                <p:oleObj name="Worksheet" r:id="rId4" imgW="10218314" imgH="449573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0784" y="1137920"/>
                        <a:ext cx="10850432" cy="5218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855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0" y="705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работы над продуктом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1915910" y="1960280"/>
            <a:ext cx="914122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Промежуточные итоги</a:t>
            </a:r>
            <a:r>
              <a:rPr lang="en-US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AutoNum type="arabicParenR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Определена тема проекта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«Информационная система для координирования деятельности волонтеров»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AutoNum type="arabicParenR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AutoNum type="arabicParenR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прототипа базы данных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AutoNum type="arabicParenR"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36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0" y="705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задач проекта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779717" y="1865030"/>
            <a:ext cx="4532515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Название: Описание предметной области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Описание: Необходимо создать подробный план работы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информационной системы для координирования работы волонтеров. Ресурсы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alt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выполнения: 14 дней.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Баллы: 10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AutoNum type="arabicParenR"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79717" y="1260558"/>
            <a:ext cx="201087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ПРОЕКТА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5723192" y="1865030"/>
            <a:ext cx="4532515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2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Название: Разработка базы данных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Описание: Необходимо создать подробный план взаимодействия каждого элемента и атрибута в рамках БД.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Ресурсы:  Компьютер, учебники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выполнения: 90 дней.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Баллы: 10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AutoNum type="arabicParenR"/>
            </a:pP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738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0" y="705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Ресурсное обеспечение проекта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770734" y="1688224"/>
            <a:ext cx="43420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Оборудование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(в скобках укажите источник получения)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70734" y="1306510"/>
            <a:ext cx="5200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получения итогового продукта необходимо: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7011786" y="1688224"/>
            <a:ext cx="43420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Расходники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(в скобках укажите источник получения)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011786" y="2853809"/>
            <a:ext cx="25042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Листы А4 (магазин)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Ручки (магазин)</a:t>
            </a:r>
          </a:p>
        </p:txBody>
      </p:sp>
      <p:sp>
        <p:nvSpPr>
          <p:cNvPr id="26" name="Прямоугольник 25"/>
          <p:cNvSpPr/>
          <p:nvPr/>
        </p:nvSpPr>
        <p:spPr>
          <a:xfrm>
            <a:off x="923134" y="2853809"/>
            <a:ext cx="16485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01912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9385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3A259-9DF6-4466-AC6B-A0C74CBC384A}"/>
              </a:ext>
            </a:extLst>
          </p:cNvPr>
          <p:cNvSpPr txBox="1"/>
          <p:nvPr/>
        </p:nvSpPr>
        <p:spPr>
          <a:xfrm>
            <a:off x="0" y="7059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Риски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4CC63B-D30F-4C23-AAFC-EDEF9B0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770734" y="1688224"/>
            <a:ext cx="434201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DB9F780-B622-4C29-B551-2AFD65BA1868}"/>
              </a:ext>
            </a:extLst>
          </p:cNvPr>
          <p:cNvSpPr/>
          <p:nvPr/>
        </p:nvSpPr>
        <p:spPr>
          <a:xfrm>
            <a:off x="7011786" y="1688224"/>
            <a:ext cx="434201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34175" y="2240771"/>
            <a:ext cx="46398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Правильное планирование каждого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этапа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существующей инфраструктуры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потребностей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обширного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тестирования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механизмов безопасности данных</a:t>
            </a:r>
          </a:p>
        </p:txBody>
      </p:sp>
      <p:sp>
        <p:nvSpPr>
          <p:cNvPr id="26" name="Прямоугольник 25"/>
          <p:cNvSpPr/>
          <p:nvPr/>
        </p:nvSpPr>
        <p:spPr>
          <a:xfrm>
            <a:off x="770735" y="2240771"/>
            <a:ext cx="52014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уложиться по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не получится внедрить в существующую инфраструктуру организации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Недостаточная актуальность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Неполное тестирование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функционала</a:t>
            </a:r>
          </a:p>
          <a:p>
            <a:pPr marL="342900" indent="-34290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с безопасностью данных волонтеров</a:t>
            </a:r>
          </a:p>
        </p:txBody>
      </p:sp>
    </p:spTree>
    <p:extLst>
      <p:ext uri="{BB962C8B-B14F-4D97-AF65-F5344CB8AC3E}">
        <p14:creationId xmlns:p14="http://schemas.microsoft.com/office/powerpoint/2010/main" val="5707324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2812</TotalTime>
  <Words>276</Words>
  <Application>Microsoft Office PowerPoint</Application>
  <PresentationFormat>Широкоэкранный</PresentationFormat>
  <Paragraphs>77</Paragraphs>
  <Slides>10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Times New Roman</vt:lpstr>
      <vt:lpstr>Тема Office</vt:lpstr>
      <vt:lpstr>Worksheet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Alena Kalyuzhnaya</dc:creator>
  <cp:lastModifiedBy>Павел</cp:lastModifiedBy>
  <cp:revision>189</cp:revision>
  <cp:lastPrinted>2017-06-22T16:10:04Z</cp:lastPrinted>
  <dcterms:created xsi:type="dcterms:W3CDTF">2017-06-16T14:15:23Z</dcterms:created>
  <dcterms:modified xsi:type="dcterms:W3CDTF">2024-10-16T05:43:20Z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352431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S10.0.0</vt:lpwstr>
  </property>
</Properties>
</file>