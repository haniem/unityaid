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83" r:id="rId4"/>
    <p:sldId id="285" r:id="rId5"/>
    <p:sldId id="286" r:id="rId6"/>
    <p:sldId id="275" r:id="rId7"/>
    <p:sldId id="274" r:id="rId8"/>
    <p:sldId id="276" r:id="rId9"/>
    <p:sldId id="279" r:id="rId10"/>
  </p:sldIdLst>
  <p:sldSz cx="12192000" cy="6858000"/>
  <p:notesSz cx="6888163" cy="100203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08" autoAdjust="0"/>
    <p:restoredTop sz="94302" autoAdjust="0"/>
  </p:normalViewPr>
  <p:slideViewPr>
    <p:cSldViewPr snapToGrid="0">
      <p:cViewPr>
        <p:scale>
          <a:sx n="75" d="100"/>
          <a:sy n="75" d="100"/>
        </p:scale>
        <p:origin x="960" y="2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Анна Козлова" userId="7ca4c398d4a3fdee" providerId="LiveId" clId="{147BBBB2-E4E0-4ED9-8E52-A5FE45548C8E}"/>
    <pc:docChg chg="custSel delSld modSld">
      <pc:chgData name="Анна Козлова" userId="7ca4c398d4a3fdee" providerId="LiveId" clId="{147BBBB2-E4E0-4ED9-8E52-A5FE45548C8E}" dt="2022-11-16T05:58:59.426" v="109" actId="478"/>
      <pc:docMkLst>
        <pc:docMk/>
      </pc:docMkLst>
      <pc:sldChg chg="modSp mod">
        <pc:chgData name="Анна Козлова" userId="7ca4c398d4a3fdee" providerId="LiveId" clId="{147BBBB2-E4E0-4ED9-8E52-A5FE45548C8E}" dt="2022-11-16T05:58:21.986" v="78" actId="20577"/>
        <pc:sldMkLst>
          <pc:docMk/>
          <pc:sldMk cId="2242799733" sldId="256"/>
        </pc:sldMkLst>
        <pc:spChg chg="mod">
          <ac:chgData name="Анна Козлова" userId="7ca4c398d4a3fdee" providerId="LiveId" clId="{147BBBB2-E4E0-4ED9-8E52-A5FE45548C8E}" dt="2022-11-16T05:58:21.986" v="78" actId="20577"/>
          <ac:spMkLst>
            <pc:docMk/>
            <pc:sldMk cId="2242799733" sldId="256"/>
            <ac:spMk id="4" creationId="{00000000-0000-0000-0000-000000000000}"/>
          </ac:spMkLst>
        </pc:spChg>
        <pc:spChg chg="mod">
          <ac:chgData name="Анна Козлова" userId="7ca4c398d4a3fdee" providerId="LiveId" clId="{147BBBB2-E4E0-4ED9-8E52-A5FE45548C8E}" dt="2022-11-16T05:57:37.076" v="13" actId="207"/>
          <ac:spMkLst>
            <pc:docMk/>
            <pc:sldMk cId="2242799733" sldId="256"/>
            <ac:spMk id="5" creationId="{00000000-0000-0000-0000-000000000000}"/>
          </ac:spMkLst>
        </pc:spChg>
      </pc:sldChg>
      <pc:sldChg chg="delSp modSp mod">
        <pc:chgData name="Анна Козлова" userId="7ca4c398d4a3fdee" providerId="LiveId" clId="{147BBBB2-E4E0-4ED9-8E52-A5FE45548C8E}" dt="2022-11-16T05:58:59.426" v="109" actId="478"/>
        <pc:sldMkLst>
          <pc:docMk/>
          <pc:sldMk cId="1311178619" sldId="258"/>
        </pc:sldMkLst>
        <pc:spChg chg="del">
          <ac:chgData name="Анна Козлова" userId="7ca4c398d4a3fdee" providerId="LiveId" clId="{147BBBB2-E4E0-4ED9-8E52-A5FE45548C8E}" dt="2022-11-16T05:58:57.246" v="105" actId="478"/>
          <ac:spMkLst>
            <pc:docMk/>
            <pc:sldMk cId="1311178619" sldId="258"/>
            <ac:spMk id="8" creationId="{B014197E-8D3D-4359-A00A-60D03727BE2A}"/>
          </ac:spMkLst>
        </pc:spChg>
        <pc:spChg chg="mod">
          <ac:chgData name="Анна Козлова" userId="7ca4c398d4a3fdee" providerId="LiveId" clId="{147BBBB2-E4E0-4ED9-8E52-A5FE45548C8E}" dt="2022-11-16T05:58:55.056" v="102" actId="1076"/>
          <ac:spMkLst>
            <pc:docMk/>
            <pc:sldMk cId="1311178619" sldId="258"/>
            <ac:spMk id="9" creationId="{4673A259-9DF6-4466-AC6B-A0C74CBC384A}"/>
          </ac:spMkLst>
        </pc:spChg>
        <pc:spChg chg="del">
          <ac:chgData name="Анна Козлова" userId="7ca4c398d4a3fdee" providerId="LiveId" clId="{147BBBB2-E4E0-4ED9-8E52-A5FE45548C8E}" dt="2022-11-16T05:58:59.426" v="109" actId="478"/>
          <ac:spMkLst>
            <pc:docMk/>
            <pc:sldMk cId="1311178619" sldId="258"/>
            <ac:spMk id="15" creationId="{5D39796E-DFBB-4FCF-B622-F7D24C0DA3AB}"/>
          </ac:spMkLst>
        </pc:spChg>
        <pc:spChg chg="del">
          <ac:chgData name="Анна Козлова" userId="7ca4c398d4a3fdee" providerId="LiveId" clId="{147BBBB2-E4E0-4ED9-8E52-A5FE45548C8E}" dt="2022-11-16T05:58:58.806" v="108" actId="478"/>
          <ac:spMkLst>
            <pc:docMk/>
            <pc:sldMk cId="1311178619" sldId="258"/>
            <ac:spMk id="27" creationId="{BD6BBB16-8301-4322-97C5-48E9755620A3}"/>
          </ac:spMkLst>
        </pc:spChg>
        <pc:picChg chg="del">
          <ac:chgData name="Анна Козлова" userId="7ca4c398d4a3fdee" providerId="LiveId" clId="{147BBBB2-E4E0-4ED9-8E52-A5FE45548C8E}" dt="2022-11-16T05:58:56.276" v="103" actId="478"/>
          <ac:picMkLst>
            <pc:docMk/>
            <pc:sldMk cId="1311178619" sldId="258"/>
            <ac:picMk id="13" creationId="{03037AF9-B614-4EA4-B6D4-2AF36A8AC1FA}"/>
          </ac:picMkLst>
        </pc:picChg>
        <pc:picChg chg="del">
          <ac:chgData name="Анна Козлова" userId="7ca4c398d4a3fdee" providerId="LiveId" clId="{147BBBB2-E4E0-4ED9-8E52-A5FE45548C8E}" dt="2022-11-16T05:58:58.086" v="107" actId="478"/>
          <ac:picMkLst>
            <pc:docMk/>
            <pc:sldMk cId="1311178619" sldId="258"/>
            <ac:picMk id="23" creationId="{3582C8EE-EBB2-4BEE-B323-AE24DC3AD7DD}"/>
          </ac:picMkLst>
        </pc:picChg>
        <pc:picChg chg="del">
          <ac:chgData name="Анна Козлова" userId="7ca4c398d4a3fdee" providerId="LiveId" clId="{147BBBB2-E4E0-4ED9-8E52-A5FE45548C8E}" dt="2022-11-16T05:58:57.692" v="106" actId="478"/>
          <ac:picMkLst>
            <pc:docMk/>
            <pc:sldMk cId="1311178619" sldId="258"/>
            <ac:picMk id="1032" creationId="{A8875BE2-29DC-439F-AE59-5200D1EDFDB8}"/>
          </ac:picMkLst>
        </pc:picChg>
        <pc:picChg chg="del">
          <ac:chgData name="Анна Козлова" userId="7ca4c398d4a3fdee" providerId="LiveId" clId="{147BBBB2-E4E0-4ED9-8E52-A5FE45548C8E}" dt="2022-11-16T05:58:56.686" v="104" actId="478"/>
          <ac:picMkLst>
            <pc:docMk/>
            <pc:sldMk cId="1311178619" sldId="258"/>
            <ac:picMk id="1034" creationId="{5BA7BB6D-E6D7-4E64-AB1C-F401E463DB1B}"/>
          </ac:picMkLst>
        </pc:picChg>
      </pc:sldChg>
      <pc:sldChg chg="del">
        <pc:chgData name="Анна Козлова" userId="7ca4c398d4a3fdee" providerId="LiveId" clId="{147BBBB2-E4E0-4ED9-8E52-A5FE45548C8E}" dt="2022-11-16T05:58:29.356" v="82" actId="47"/>
        <pc:sldMkLst>
          <pc:docMk/>
          <pc:sldMk cId="4170016583" sldId="261"/>
        </pc:sldMkLst>
      </pc:sldChg>
      <pc:sldChg chg="del">
        <pc:chgData name="Анна Козлова" userId="7ca4c398d4a3fdee" providerId="LiveId" clId="{147BBBB2-E4E0-4ED9-8E52-A5FE45548C8E}" dt="2022-11-16T05:58:27.276" v="80" actId="47"/>
        <pc:sldMkLst>
          <pc:docMk/>
          <pc:sldMk cId="248749406" sldId="263"/>
        </pc:sldMkLst>
      </pc:sldChg>
      <pc:sldChg chg="del">
        <pc:chgData name="Анна Козлова" userId="7ca4c398d4a3fdee" providerId="LiveId" clId="{147BBBB2-E4E0-4ED9-8E52-A5FE45548C8E}" dt="2022-11-16T05:58:28.536" v="81" actId="47"/>
        <pc:sldMkLst>
          <pc:docMk/>
          <pc:sldMk cId="2675970506" sldId="269"/>
        </pc:sldMkLst>
      </pc:sldChg>
      <pc:sldChg chg="del">
        <pc:chgData name="Анна Козлова" userId="7ca4c398d4a3fdee" providerId="LiveId" clId="{147BBBB2-E4E0-4ED9-8E52-A5FE45548C8E}" dt="2022-11-16T05:58:26.516" v="79" actId="47"/>
        <pc:sldMkLst>
          <pc:docMk/>
          <pc:sldMk cId="4091731940" sldId="270"/>
        </pc:sldMkLst>
      </pc:sldChg>
      <pc:sldChg chg="del">
        <pc:chgData name="Анна Козлова" userId="7ca4c398d4a3fdee" providerId="LiveId" clId="{147BBBB2-E4E0-4ED9-8E52-A5FE45548C8E}" dt="2022-11-16T05:58:30.036" v="83" actId="47"/>
        <pc:sldMkLst>
          <pc:docMk/>
          <pc:sldMk cId="1984100585" sldId="27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902075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E919A0-0F8F-4556-97BA-80A26EB0CDF0}" type="datetimeFigureOut">
              <a:rPr lang="ru-RU" smtClean="0"/>
              <a:t>13.05.2024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8975" y="4822825"/>
            <a:ext cx="5510213" cy="39449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51865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902075" y="951865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919EE8-F794-486C-BD8F-614EBD19B9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0537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919EE8-F794-486C-BD8F-614EBD19B91C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48554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919EE8-F794-486C-BD8F-614EBD19B91C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77986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A6827-912E-4F21-9FF3-BF336F6348F0}" type="datetime1">
              <a:rPr lang="ru-RU" smtClean="0"/>
              <a:t>13.05.2024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B917-4A67-459A-ADEA-E0250FA5C4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1193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E13B3-7983-4918-8ED9-C7A7FC9669F3}" type="datetime1">
              <a:rPr lang="ru-RU" smtClean="0"/>
              <a:t>13.05.2024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B917-4A67-459A-ADEA-E0250FA5C4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0219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BF9AB-5483-4D8C-BBFA-2935D20CF6B6}" type="datetime1">
              <a:rPr lang="ru-RU" smtClean="0"/>
              <a:t>13.05.2024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B917-4A67-459A-ADEA-E0250FA5C4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914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6516E-E531-4729-B5F4-09172D43A94F}" type="datetime1">
              <a:rPr lang="ru-RU" smtClean="0"/>
              <a:t>13.05.2024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B917-4A67-459A-ADEA-E0250FA5C4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4805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A11E5-67D8-46C2-90AD-439B60FB93D9}" type="datetime1">
              <a:rPr lang="ru-RU" smtClean="0"/>
              <a:t>13.05.2024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B917-4A67-459A-ADEA-E0250FA5C4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5509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B8EAD-645D-4AB3-9F3A-CA0EDE6555CD}" type="datetime1">
              <a:rPr lang="ru-RU" smtClean="0"/>
              <a:t>13.05.2024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B917-4A67-459A-ADEA-E0250FA5C4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1099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822CE-1703-43DB-A83F-34968A858A28}" type="datetime1">
              <a:rPr lang="ru-RU" smtClean="0"/>
              <a:t>13.05.2024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B917-4A67-459A-ADEA-E0250FA5C4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1533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4C738-0D20-4253-8569-FE0140A6CE48}" type="datetime1">
              <a:rPr lang="ru-RU" smtClean="0"/>
              <a:t>13.05.2024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B917-4A67-459A-ADEA-E0250FA5C4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5149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EAEC3-C553-434E-9EB8-5613E50AF861}" type="datetime1">
              <a:rPr lang="ru-RU" smtClean="0"/>
              <a:t>13.05.2024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B917-4A67-459A-ADEA-E0250FA5C4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2421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EEF12-4F97-4437-BD62-D80BF0B88B2C}" type="datetime1">
              <a:rPr lang="ru-RU" smtClean="0"/>
              <a:t>13.05.2024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B917-4A67-459A-ADEA-E0250FA5C4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8185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A92E6-D735-4A92-9CD8-32D7EB4D9B77}" type="datetime1">
              <a:rPr lang="ru-RU" smtClean="0"/>
              <a:t>13.05.2024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B917-4A67-459A-ADEA-E0250FA5C4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3454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90BDC7-ECD0-4EA4-99CC-54186DBED57E}" type="datetime1">
              <a:rPr lang="ru-RU" smtClean="0"/>
              <a:t>13.05.2024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1AB917-4A67-459A-ADEA-E0250FA5C4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0540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3" Type="http://schemas.openxmlformats.org/officeDocument/2006/relationships/image" Target="../media/image1.png"/><Relationship Id="rId7" Type="http://schemas.openxmlformats.org/officeDocument/2006/relationships/slide" Target="slide4.xml"/><Relationship Id="rId12" Type="http://schemas.openxmlformats.org/officeDocument/2006/relationships/slide" Target="slide8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slide" Target="slide5.xml"/><Relationship Id="rId11" Type="http://schemas.openxmlformats.org/officeDocument/2006/relationships/slide" Target="slide7.xml"/><Relationship Id="rId5" Type="http://schemas.openxmlformats.org/officeDocument/2006/relationships/slide" Target="slide6.xml"/><Relationship Id="rId10" Type="http://schemas.openxmlformats.org/officeDocument/2006/relationships/slide" Target="slide9.xml"/><Relationship Id="rId4" Type="http://schemas.openxmlformats.org/officeDocument/2006/relationships/slide" Target="slide2.xml"/><Relationship Id="rId9" Type="http://schemas.openxmlformats.org/officeDocument/2006/relationships/slide" Target="slid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3" Type="http://schemas.openxmlformats.org/officeDocument/2006/relationships/slide" Target="slide1.xml"/><Relationship Id="rId7" Type="http://schemas.openxmlformats.org/officeDocument/2006/relationships/slide" Target="slide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slide" Target="slide5.xml"/><Relationship Id="rId11" Type="http://schemas.openxmlformats.org/officeDocument/2006/relationships/slide" Target="slide6.xml"/><Relationship Id="rId5" Type="http://schemas.openxmlformats.org/officeDocument/2006/relationships/slide" Target="slide4.xml"/><Relationship Id="rId10" Type="http://schemas.openxmlformats.org/officeDocument/2006/relationships/slide" Target="slide9.xml"/><Relationship Id="rId4" Type="http://schemas.openxmlformats.org/officeDocument/2006/relationships/slide" Target="slide2.xml"/><Relationship Id="rId9" Type="http://schemas.openxmlformats.org/officeDocument/2006/relationships/slide" Target="slide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slide" Target="slide2.xml"/><Relationship Id="rId7" Type="http://schemas.openxmlformats.org/officeDocument/2006/relationships/slide" Target="slide3.xml"/><Relationship Id="rId12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slide" Target="slide4.xml"/><Relationship Id="rId11" Type="http://schemas.openxmlformats.org/officeDocument/2006/relationships/slide" Target="slide8.xml"/><Relationship Id="rId5" Type="http://schemas.openxmlformats.org/officeDocument/2006/relationships/slide" Target="slide5.xml"/><Relationship Id="rId10" Type="http://schemas.openxmlformats.org/officeDocument/2006/relationships/slide" Target="slide7.xml"/><Relationship Id="rId4" Type="http://schemas.openxmlformats.org/officeDocument/2006/relationships/slide" Target="slide6.xml"/><Relationship Id="rId9" Type="http://schemas.openxmlformats.org/officeDocument/2006/relationships/slide" Target="slide9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3" Type="http://schemas.openxmlformats.org/officeDocument/2006/relationships/image" Target="../media/image4.jpg"/><Relationship Id="rId7" Type="http://schemas.openxmlformats.org/officeDocument/2006/relationships/slide" Target="slide4.xml"/><Relationship Id="rId12" Type="http://schemas.openxmlformats.org/officeDocument/2006/relationships/slide" Target="slide8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slide" Target="slide5.xml"/><Relationship Id="rId11" Type="http://schemas.openxmlformats.org/officeDocument/2006/relationships/slide" Target="slide7.xml"/><Relationship Id="rId5" Type="http://schemas.openxmlformats.org/officeDocument/2006/relationships/slide" Target="slide6.xml"/><Relationship Id="rId10" Type="http://schemas.openxmlformats.org/officeDocument/2006/relationships/slide" Target="slide9.xml"/><Relationship Id="rId4" Type="http://schemas.openxmlformats.org/officeDocument/2006/relationships/slide" Target="slide2.xml"/><Relationship Id="rId9" Type="http://schemas.openxmlformats.org/officeDocument/2006/relationships/slide" Target="slide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13" Type="http://schemas.openxmlformats.org/officeDocument/2006/relationships/image" Target="../media/image5.jpeg"/><Relationship Id="rId3" Type="http://schemas.openxmlformats.org/officeDocument/2006/relationships/image" Target="../media/image2.png"/><Relationship Id="rId7" Type="http://schemas.openxmlformats.org/officeDocument/2006/relationships/slide" Target="slide4.xml"/><Relationship Id="rId12" Type="http://schemas.openxmlformats.org/officeDocument/2006/relationships/slide" Target="slide8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5.xml"/><Relationship Id="rId11" Type="http://schemas.openxmlformats.org/officeDocument/2006/relationships/slide" Target="slide7.xml"/><Relationship Id="rId5" Type="http://schemas.openxmlformats.org/officeDocument/2006/relationships/slide" Target="slide6.xml"/><Relationship Id="rId10" Type="http://schemas.openxmlformats.org/officeDocument/2006/relationships/slide" Target="slide9.xml"/><Relationship Id="rId4" Type="http://schemas.openxmlformats.org/officeDocument/2006/relationships/slide" Target="slide2.xml"/><Relationship Id="rId9" Type="http://schemas.openxmlformats.org/officeDocument/2006/relationships/slide" Target="slide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slide" Target="slide2.xml"/><Relationship Id="rId7" Type="http://schemas.openxmlformats.org/officeDocument/2006/relationships/slide" Target="slide3.xml"/><Relationship Id="rId12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slide" Target="slide4.xml"/><Relationship Id="rId11" Type="http://schemas.openxmlformats.org/officeDocument/2006/relationships/slide" Target="slide8.xml"/><Relationship Id="rId5" Type="http://schemas.openxmlformats.org/officeDocument/2006/relationships/slide" Target="slide5.xml"/><Relationship Id="rId10" Type="http://schemas.openxmlformats.org/officeDocument/2006/relationships/slide" Target="slide7.xml"/><Relationship Id="rId4" Type="http://schemas.openxmlformats.org/officeDocument/2006/relationships/slide" Target="slide6.xml"/><Relationship Id="rId9" Type="http://schemas.openxmlformats.org/officeDocument/2006/relationships/slide" Target="slide9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slide" Target="slide2.xml"/><Relationship Id="rId7" Type="http://schemas.openxmlformats.org/officeDocument/2006/relationships/slide" Target="slide3.xml"/><Relationship Id="rId12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slide" Target="slide4.xml"/><Relationship Id="rId11" Type="http://schemas.openxmlformats.org/officeDocument/2006/relationships/slide" Target="slide8.xml"/><Relationship Id="rId5" Type="http://schemas.openxmlformats.org/officeDocument/2006/relationships/slide" Target="slide5.xml"/><Relationship Id="rId10" Type="http://schemas.openxmlformats.org/officeDocument/2006/relationships/slide" Target="slide7.xml"/><Relationship Id="rId4" Type="http://schemas.openxmlformats.org/officeDocument/2006/relationships/slide" Target="slide6.xml"/><Relationship Id="rId9" Type="http://schemas.openxmlformats.org/officeDocument/2006/relationships/slide" Target="slide9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slide" Target="slide2.xml"/><Relationship Id="rId7" Type="http://schemas.openxmlformats.org/officeDocument/2006/relationships/slide" Target="slide3.xml"/><Relationship Id="rId12" Type="http://schemas.openxmlformats.org/officeDocument/2006/relationships/image" Target="../media/image8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slide" Target="slide4.xml"/><Relationship Id="rId11" Type="http://schemas.openxmlformats.org/officeDocument/2006/relationships/slide" Target="slide8.xml"/><Relationship Id="rId5" Type="http://schemas.openxmlformats.org/officeDocument/2006/relationships/slide" Target="slide5.xml"/><Relationship Id="rId10" Type="http://schemas.openxmlformats.org/officeDocument/2006/relationships/slide" Target="slide7.xml"/><Relationship Id="rId4" Type="http://schemas.openxmlformats.org/officeDocument/2006/relationships/slide" Target="slide6.xml"/><Relationship Id="rId9" Type="http://schemas.openxmlformats.org/officeDocument/2006/relationships/slide" Target="slide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slide" Target="slide2.xml"/><Relationship Id="rId7" Type="http://schemas.openxmlformats.org/officeDocument/2006/relationships/slide" Target="slide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slide" Target="slide4.xml"/><Relationship Id="rId11" Type="http://schemas.openxmlformats.org/officeDocument/2006/relationships/slide" Target="slide8.xml"/><Relationship Id="rId5" Type="http://schemas.openxmlformats.org/officeDocument/2006/relationships/slide" Target="slide5.xml"/><Relationship Id="rId10" Type="http://schemas.openxmlformats.org/officeDocument/2006/relationships/slide" Target="slide7.xml"/><Relationship Id="rId4" Type="http://schemas.openxmlformats.org/officeDocument/2006/relationships/slide" Target="slide6.xml"/><Relationship Id="rId9" Type="http://schemas.openxmlformats.org/officeDocument/2006/relationships/slide" Target="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:\Users\Андрей\Desktop\1\Безымянный-2.pn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291154" y="-6351"/>
            <a:ext cx="12483153" cy="68643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Прямоугольник 12"/>
          <p:cNvSpPr>
            <a:spLocks noChangeArrowheads="1"/>
          </p:cNvSpPr>
          <p:nvPr/>
        </p:nvSpPr>
        <p:spPr bwMode="auto">
          <a:xfrm>
            <a:off x="1951630" y="209528"/>
            <a:ext cx="10099343" cy="2492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ru-RU" altLang="ru-RU" sz="1600" dirty="0">
                <a:solidFill>
                  <a:srgbClr val="323C8D"/>
                </a:solidFill>
                <a:latin typeface="Century Gothic" panose="020B0502020202020204" pitchFamily="34" charset="0"/>
              </a:rPr>
              <a:t>«</a:t>
            </a:r>
            <a:r>
              <a:rPr lang="ru-RU" altLang="ru-RU" sz="1800" dirty="0">
                <a:solidFill>
                  <a:srgbClr val="323C8D"/>
                </a:solidFill>
                <a:latin typeface="Century Gothic" panose="020B0502020202020204" pitchFamily="34" charset="0"/>
              </a:rPr>
              <a:t>Министерство образования и науки Российской Федерации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solidFill>
                  <a:srgbClr val="323C8D"/>
                </a:solidFill>
                <a:latin typeface="Century Gothic" panose="020B0502020202020204" pitchFamily="34" charset="0"/>
              </a:rPr>
              <a:t>Федеральное государственное бюджетное образовательное учреждение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solidFill>
                  <a:srgbClr val="323C8D"/>
                </a:solidFill>
                <a:latin typeface="Century Gothic" panose="020B0502020202020204" pitchFamily="34" charset="0"/>
              </a:rPr>
              <a:t>высшего образования «Магнитогорский государственный технический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solidFill>
                  <a:srgbClr val="323C8D"/>
                </a:solidFill>
                <a:latin typeface="Century Gothic" panose="020B0502020202020204" pitchFamily="34" charset="0"/>
              </a:rPr>
              <a:t>университет им. Г.И. Носова»</a:t>
            </a:r>
            <a:endParaRPr lang="en-US" altLang="ru-RU" sz="1800" dirty="0">
              <a:solidFill>
                <a:srgbClr val="323C8D"/>
              </a:solidFill>
              <a:latin typeface="Century Gothic" panose="020B0502020202020204" pitchFamily="34" charset="0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  <a:buNone/>
            </a:pPr>
            <a:endParaRPr lang="en-US" sz="1400" dirty="0">
              <a:latin typeface="Century Gothic" panose="020B050202020202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  <a:buNone/>
            </a:pPr>
            <a:r>
              <a:rPr lang="ru-RU" altLang="ru-RU" sz="1800" dirty="0">
                <a:solidFill>
                  <a:srgbClr val="323C8D"/>
                </a:solidFill>
                <a:latin typeface="Century Gothic" panose="020B0502020202020204" pitchFamily="34" charset="0"/>
              </a:rPr>
              <a:t>Кафедра технологий обработки материалов</a:t>
            </a: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3050771" y="5507202"/>
            <a:ext cx="914122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ru-RU" altLang="ru-RU" dirty="0">
                <a:solidFill>
                  <a:srgbClr val="323C8D"/>
                </a:solidFill>
                <a:latin typeface="Century Gothic" panose="020B0502020202020204" pitchFamily="34" charset="0"/>
              </a:rPr>
              <a:t>Выполнил: студент группы </a:t>
            </a:r>
            <a:r>
              <a:rPr lang="ru-RU" altLang="ru-RU" dirty="0" smtClean="0">
                <a:solidFill>
                  <a:srgbClr val="323C8D"/>
                </a:solidFill>
                <a:latin typeface="Century Gothic" panose="020B0502020202020204" pitchFamily="34" charset="0"/>
              </a:rPr>
              <a:t>АВб-22-2			</a:t>
            </a:r>
            <a:r>
              <a:rPr lang="ru-RU" altLang="ru-RU" dirty="0">
                <a:solidFill>
                  <a:srgbClr val="323C8D"/>
                </a:solidFill>
                <a:latin typeface="Century Gothic" panose="020B0502020202020204" pitchFamily="34" charset="0"/>
              </a:rPr>
              <a:t> </a:t>
            </a:r>
            <a:r>
              <a:rPr lang="ru-RU" altLang="ru-RU" dirty="0" smtClean="0">
                <a:solidFill>
                  <a:srgbClr val="323C8D"/>
                </a:solidFill>
                <a:latin typeface="Century Gothic" panose="020B0502020202020204" pitchFamily="34" charset="0"/>
              </a:rPr>
              <a:t>      </a:t>
            </a:r>
            <a:r>
              <a:rPr lang="ru-RU" altLang="ru-RU" dirty="0" smtClean="0">
                <a:solidFill>
                  <a:srgbClr val="323C8D"/>
                </a:solidFill>
                <a:latin typeface="Century Gothic" panose="020B0502020202020204" pitchFamily="34" charset="0"/>
              </a:rPr>
              <a:t>Зозин П.А.</a:t>
            </a:r>
            <a:endParaRPr lang="ru-RU" altLang="ru-RU" dirty="0">
              <a:solidFill>
                <a:srgbClr val="323C8D"/>
              </a:solidFill>
              <a:latin typeface="Century Gothic" panose="020B0502020202020204" pitchFamily="34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ru-RU" altLang="ru-RU" dirty="0">
                <a:solidFill>
                  <a:srgbClr val="323C8D"/>
                </a:solidFill>
                <a:latin typeface="Century Gothic" panose="020B0502020202020204" pitchFamily="34" charset="0"/>
              </a:rPr>
              <a:t>Преподаватель:                                                                               </a:t>
            </a:r>
            <a:r>
              <a:rPr lang="ru-RU" altLang="ru-RU" dirty="0" err="1">
                <a:solidFill>
                  <a:srgbClr val="323C8D"/>
                </a:solidFill>
                <a:latin typeface="Century Gothic" panose="020B0502020202020204" pitchFamily="34" charset="0"/>
              </a:rPr>
              <a:t>Локотунина</a:t>
            </a:r>
            <a:r>
              <a:rPr lang="ru-RU" altLang="ru-RU" dirty="0">
                <a:solidFill>
                  <a:srgbClr val="323C8D"/>
                </a:solidFill>
                <a:latin typeface="Century Gothic" panose="020B0502020202020204" pitchFamily="34" charset="0"/>
              </a:rPr>
              <a:t> Н.М.</a:t>
            </a:r>
          </a:p>
        </p:txBody>
      </p:sp>
      <p:sp>
        <p:nvSpPr>
          <p:cNvPr id="5" name="Содержимое 9"/>
          <p:cNvSpPr txBox="1">
            <a:spLocks/>
          </p:cNvSpPr>
          <p:nvPr/>
        </p:nvSpPr>
        <p:spPr>
          <a:xfrm>
            <a:off x="2245241" y="2770911"/>
            <a:ext cx="9512120" cy="1701684"/>
          </a:xfrm>
          <a:prstGeom prst="rect">
            <a:avLst/>
          </a:prstGeom>
        </p:spPr>
        <p:txBody>
          <a:bodyPr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None/>
              <a:defRPr/>
            </a:pPr>
            <a:r>
              <a:rPr lang="ru-RU" b="1" u="sng" dirty="0">
                <a:solidFill>
                  <a:srgbClr val="323C8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Улучшение пользовательского опыта при использовании VR-шлема</a:t>
            </a:r>
          </a:p>
        </p:txBody>
      </p:sp>
      <p:sp>
        <p:nvSpPr>
          <p:cNvPr id="24" name="Управляющая кнопка: настраиваемая 31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12D28875-730F-4BEA-90AA-D32D5BD78AE7}"/>
              </a:ext>
            </a:extLst>
          </p:cNvPr>
          <p:cNvSpPr/>
          <p:nvPr/>
        </p:nvSpPr>
        <p:spPr>
          <a:xfrm>
            <a:off x="2052651" y="6379092"/>
            <a:ext cx="9279682" cy="414284"/>
          </a:xfrm>
          <a:prstGeom prst="actionButtonBlank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Управляющая кнопка: в начало 32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9EDA4D14-D00E-4E95-8980-7510E2442783}"/>
              </a:ext>
            </a:extLst>
          </p:cNvPr>
          <p:cNvSpPr/>
          <p:nvPr/>
        </p:nvSpPr>
        <p:spPr>
          <a:xfrm>
            <a:off x="2126614" y="6393837"/>
            <a:ext cx="274320" cy="219654"/>
          </a:xfrm>
          <a:prstGeom prst="actionButtonBeginning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Управляющая кнопка: назад 35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A5ABBD2B-468B-4BA1-AA53-0CFA2D1E9043}"/>
              </a:ext>
            </a:extLst>
          </p:cNvPr>
          <p:cNvSpPr/>
          <p:nvPr/>
        </p:nvSpPr>
        <p:spPr>
          <a:xfrm>
            <a:off x="2471057" y="6396754"/>
            <a:ext cx="282059" cy="213456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Управляющая кнопка: настраиваемая 37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584E46FE-6936-4E2D-A6FF-DCA7AB98CA44}"/>
              </a:ext>
            </a:extLst>
          </p:cNvPr>
          <p:cNvSpPr/>
          <p:nvPr/>
        </p:nvSpPr>
        <p:spPr>
          <a:xfrm>
            <a:off x="2767319" y="6608087"/>
            <a:ext cx="3626320" cy="165503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solidFill>
                  <a:schemeClr val="bg1"/>
                </a:solidFill>
                <a:latin typeface="Century Gothic" panose="020B0502020202020204" pitchFamily="34" charset="0"/>
              </a:rPr>
              <a:t>Содержание</a:t>
            </a:r>
          </a:p>
        </p:txBody>
      </p:sp>
      <p:sp>
        <p:nvSpPr>
          <p:cNvPr id="28" name="Управляющая кнопка: настраиваемая 38">
            <a:hlinkClick r:id="" action="ppaction://hlinkshowjump?jump=endshow" highlightClick="1"/>
            <a:extLst>
              <a:ext uri="{FF2B5EF4-FFF2-40B4-BE49-F238E27FC236}">
                <a16:creationId xmlns:a16="http://schemas.microsoft.com/office/drawing/2014/main" id="{9C3DB0A8-3D80-4177-8EF5-9225219FBDA2}"/>
              </a:ext>
            </a:extLst>
          </p:cNvPr>
          <p:cNvSpPr/>
          <p:nvPr/>
        </p:nvSpPr>
        <p:spPr>
          <a:xfrm>
            <a:off x="7071533" y="6608088"/>
            <a:ext cx="3626320" cy="165503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latin typeface="Century Gothic" panose="020B0502020202020204" pitchFamily="34" charset="0"/>
              </a:rPr>
              <a:t>Завершить показ</a:t>
            </a:r>
          </a:p>
        </p:txBody>
      </p:sp>
      <p:sp>
        <p:nvSpPr>
          <p:cNvPr id="29" name="Управляющая кнопка: далее 39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AA717B60-4A49-4C01-B4B4-B1948B093174}"/>
              </a:ext>
            </a:extLst>
          </p:cNvPr>
          <p:cNvSpPr/>
          <p:nvPr/>
        </p:nvSpPr>
        <p:spPr>
          <a:xfrm>
            <a:off x="10625029" y="6377890"/>
            <a:ext cx="274294" cy="203053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Управляющая кнопка: в конец 40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8ED89C13-A975-4D98-80D6-930122DCCBB6}"/>
              </a:ext>
            </a:extLst>
          </p:cNvPr>
          <p:cNvSpPr/>
          <p:nvPr/>
        </p:nvSpPr>
        <p:spPr>
          <a:xfrm>
            <a:off x="10980681" y="6382513"/>
            <a:ext cx="275607" cy="208655"/>
          </a:xfrm>
          <a:prstGeom prst="actionButtonE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Управляющая кнопка: настраиваемая 41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F4099121-C48D-445C-B220-E15B314E2BE7}"/>
              </a:ext>
            </a:extLst>
          </p:cNvPr>
          <p:cNvSpPr/>
          <p:nvPr/>
        </p:nvSpPr>
        <p:spPr>
          <a:xfrm>
            <a:off x="5886807" y="6384157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6</a:t>
            </a:r>
          </a:p>
        </p:txBody>
      </p:sp>
      <p:sp>
        <p:nvSpPr>
          <p:cNvPr id="32" name="Управляющая кнопка: настраиваемая 42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A74AB9B7-FD91-46E4-90D1-E2D60B4558F8}"/>
              </a:ext>
            </a:extLst>
          </p:cNvPr>
          <p:cNvSpPr/>
          <p:nvPr/>
        </p:nvSpPr>
        <p:spPr>
          <a:xfrm>
            <a:off x="5313720" y="6382215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5</a:t>
            </a:r>
          </a:p>
        </p:txBody>
      </p:sp>
      <p:sp>
        <p:nvSpPr>
          <p:cNvPr id="33" name="Управляющая кнопка: настраиваемая 43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EC435600-01CB-47CD-B652-871A77A61038}"/>
              </a:ext>
            </a:extLst>
          </p:cNvPr>
          <p:cNvSpPr/>
          <p:nvPr/>
        </p:nvSpPr>
        <p:spPr>
          <a:xfrm>
            <a:off x="4703487" y="6382215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4</a:t>
            </a:r>
          </a:p>
        </p:txBody>
      </p:sp>
      <p:sp>
        <p:nvSpPr>
          <p:cNvPr id="34" name="Управляющая кнопка: настраиваемая 44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33B755CF-142E-4926-834D-AB47F381E676}"/>
              </a:ext>
            </a:extLst>
          </p:cNvPr>
          <p:cNvSpPr/>
          <p:nvPr/>
        </p:nvSpPr>
        <p:spPr>
          <a:xfrm>
            <a:off x="4142678" y="6382215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3</a:t>
            </a:r>
          </a:p>
        </p:txBody>
      </p:sp>
      <p:sp>
        <p:nvSpPr>
          <p:cNvPr id="35" name="Управляющая кнопка: настраиваемая 45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51B609F2-7C8E-490D-BA67-2F710C600FFB}"/>
              </a:ext>
            </a:extLst>
          </p:cNvPr>
          <p:cNvSpPr/>
          <p:nvPr/>
        </p:nvSpPr>
        <p:spPr>
          <a:xfrm>
            <a:off x="3537735" y="6382215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2</a:t>
            </a:r>
          </a:p>
        </p:txBody>
      </p:sp>
      <p:sp>
        <p:nvSpPr>
          <p:cNvPr id="36" name="Управляющая кнопка: настраиваемая 46">
            <a:hlinkClick r:id="rId9" action="ppaction://hlinksldjump" highlightClick="1"/>
            <a:extLst>
              <a:ext uri="{FF2B5EF4-FFF2-40B4-BE49-F238E27FC236}">
                <a16:creationId xmlns:a16="http://schemas.microsoft.com/office/drawing/2014/main" id="{2F9224DC-7591-4E13-80A2-390E38A2FC3D}"/>
              </a:ext>
            </a:extLst>
          </p:cNvPr>
          <p:cNvSpPr/>
          <p:nvPr/>
        </p:nvSpPr>
        <p:spPr>
          <a:xfrm>
            <a:off x="2940570" y="6387088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1</a:t>
            </a:r>
          </a:p>
        </p:txBody>
      </p:sp>
      <p:sp>
        <p:nvSpPr>
          <p:cNvPr id="37" name="Управляющая кнопка: настраиваемая 4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CF02AAA2-BA4F-43C7-9795-A840C515913B}"/>
              </a:ext>
            </a:extLst>
          </p:cNvPr>
          <p:cNvSpPr/>
          <p:nvPr/>
        </p:nvSpPr>
        <p:spPr>
          <a:xfrm>
            <a:off x="8830026" y="6387088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11</a:t>
            </a:r>
          </a:p>
        </p:txBody>
      </p:sp>
      <p:sp>
        <p:nvSpPr>
          <p:cNvPr id="38" name="Управляющая кнопка: настраиваемая 48">
            <a:hlinkClick r:id="rId10" action="ppaction://hlinksldjump" highlightClick="1"/>
            <a:extLst>
              <a:ext uri="{FF2B5EF4-FFF2-40B4-BE49-F238E27FC236}">
                <a16:creationId xmlns:a16="http://schemas.microsoft.com/office/drawing/2014/main" id="{A874F03A-F519-4C18-ABC1-DE2634A6A309}"/>
              </a:ext>
            </a:extLst>
          </p:cNvPr>
          <p:cNvSpPr/>
          <p:nvPr/>
        </p:nvSpPr>
        <p:spPr>
          <a:xfrm>
            <a:off x="8235879" y="6380255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10</a:t>
            </a:r>
          </a:p>
        </p:txBody>
      </p:sp>
      <p:sp>
        <p:nvSpPr>
          <p:cNvPr id="39" name="Управляющая кнопка: настраиваемая 49">
            <a:hlinkClick r:id="rId10" action="ppaction://hlinksldjump" highlightClick="1"/>
            <a:extLst>
              <a:ext uri="{FF2B5EF4-FFF2-40B4-BE49-F238E27FC236}">
                <a16:creationId xmlns:a16="http://schemas.microsoft.com/office/drawing/2014/main" id="{8EC94309-B339-4E30-96B8-2D9E6438D478}"/>
              </a:ext>
            </a:extLst>
          </p:cNvPr>
          <p:cNvSpPr/>
          <p:nvPr/>
        </p:nvSpPr>
        <p:spPr>
          <a:xfrm>
            <a:off x="7663209" y="6377890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9</a:t>
            </a:r>
          </a:p>
        </p:txBody>
      </p:sp>
      <p:sp>
        <p:nvSpPr>
          <p:cNvPr id="40" name="Управляющая кнопка: настраиваемая 50">
            <a:hlinkClick r:id="rId11" action="ppaction://hlinksldjump" highlightClick="1"/>
            <a:extLst>
              <a:ext uri="{FF2B5EF4-FFF2-40B4-BE49-F238E27FC236}">
                <a16:creationId xmlns:a16="http://schemas.microsoft.com/office/drawing/2014/main" id="{E0B9CA34-7084-4B0F-AF90-8F235A246C69}"/>
              </a:ext>
            </a:extLst>
          </p:cNvPr>
          <p:cNvSpPr/>
          <p:nvPr/>
        </p:nvSpPr>
        <p:spPr>
          <a:xfrm>
            <a:off x="6511515" y="6382215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7</a:t>
            </a:r>
          </a:p>
        </p:txBody>
      </p:sp>
      <p:sp>
        <p:nvSpPr>
          <p:cNvPr id="41" name="Управляющая кнопка: настраиваемая 51">
            <a:hlinkClick r:id="rId12" action="ppaction://hlinksldjump" highlightClick="1"/>
            <a:extLst>
              <a:ext uri="{FF2B5EF4-FFF2-40B4-BE49-F238E27FC236}">
                <a16:creationId xmlns:a16="http://schemas.microsoft.com/office/drawing/2014/main" id="{B1B4A8B0-B90F-4812-834A-B9B495B7B711}"/>
              </a:ext>
            </a:extLst>
          </p:cNvPr>
          <p:cNvSpPr/>
          <p:nvPr/>
        </p:nvSpPr>
        <p:spPr>
          <a:xfrm>
            <a:off x="7090814" y="6377890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8</a:t>
            </a:r>
          </a:p>
        </p:txBody>
      </p:sp>
      <p:sp>
        <p:nvSpPr>
          <p:cNvPr id="42" name="Управляющая кнопка: настраиваемая 4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C1446C78-5EC6-4230-A45E-671A61BC521F}"/>
              </a:ext>
            </a:extLst>
          </p:cNvPr>
          <p:cNvSpPr/>
          <p:nvPr/>
        </p:nvSpPr>
        <p:spPr>
          <a:xfrm>
            <a:off x="9402832" y="6386728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12</a:t>
            </a:r>
          </a:p>
        </p:txBody>
      </p:sp>
      <p:sp>
        <p:nvSpPr>
          <p:cNvPr id="43" name="Управляющая кнопка: настраиваемая 4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DF4FEADB-F2CB-4C71-A1A2-270BDF8B1BC9}"/>
              </a:ext>
            </a:extLst>
          </p:cNvPr>
          <p:cNvSpPr/>
          <p:nvPr/>
        </p:nvSpPr>
        <p:spPr>
          <a:xfrm>
            <a:off x="10008429" y="6386728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242799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Андрей\Desktop\1\Безымянный-1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29385"/>
            <a:ext cx="12192000" cy="982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370997" y="53226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73A259-9DF6-4466-AC6B-A0C74CBC384A}"/>
              </a:ext>
            </a:extLst>
          </p:cNvPr>
          <p:cNvSpPr txBox="1"/>
          <p:nvPr/>
        </p:nvSpPr>
        <p:spPr>
          <a:xfrm>
            <a:off x="4815040" y="70598"/>
            <a:ext cx="29562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Оглавление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D4CC63B-D30F-4C23-AAFC-EDEF9B017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B917-4A67-459A-ADEA-E0250FA5C43E}" type="slidenum">
              <a:rPr lang="ru-RU" smtClean="0"/>
              <a:t>2</a:t>
            </a:fld>
            <a:endParaRPr lang="ru-RU" dirty="0"/>
          </a:p>
        </p:txBody>
      </p:sp>
      <p:sp>
        <p:nvSpPr>
          <p:cNvPr id="4" name="Прямоугольник 3">
            <a:hlinkClick r:id="rId3" action="ppaction://hlinksldjump"/>
          </p:cNvPr>
          <p:cNvSpPr/>
          <p:nvPr/>
        </p:nvSpPr>
        <p:spPr>
          <a:xfrm>
            <a:off x="706582" y="1537855"/>
            <a:ext cx="482138" cy="49045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/>
                </a:solidFill>
                <a:latin typeface="Century Gothic" panose="020B0502020202020204" pitchFamily="34" charset="0"/>
              </a:rPr>
              <a:t>1</a:t>
            </a:r>
          </a:p>
        </p:txBody>
      </p:sp>
      <p:sp>
        <p:nvSpPr>
          <p:cNvPr id="7" name="Прямоугольник 6">
            <a:hlinkClick r:id="rId4" action="ppaction://hlinksldjump"/>
          </p:cNvPr>
          <p:cNvSpPr/>
          <p:nvPr/>
        </p:nvSpPr>
        <p:spPr>
          <a:xfrm>
            <a:off x="706582" y="2231787"/>
            <a:ext cx="482138" cy="49045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/>
                </a:solidFill>
                <a:latin typeface="Century Gothic" panose="020B0502020202020204" pitchFamily="34" charset="0"/>
              </a:rPr>
              <a:t>2</a:t>
            </a:r>
          </a:p>
        </p:txBody>
      </p:sp>
      <p:sp>
        <p:nvSpPr>
          <p:cNvPr id="10" name="Прямоугольник 9">
            <a:hlinkClick r:id="rId5" action="ppaction://hlinksldjump"/>
          </p:cNvPr>
          <p:cNvSpPr/>
          <p:nvPr/>
        </p:nvSpPr>
        <p:spPr>
          <a:xfrm>
            <a:off x="706582" y="3578356"/>
            <a:ext cx="482138" cy="49045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/>
                </a:solidFill>
                <a:latin typeface="Century Gothic" panose="020B0502020202020204" pitchFamily="34" charset="0"/>
              </a:rPr>
              <a:t>4</a:t>
            </a:r>
          </a:p>
        </p:txBody>
      </p:sp>
      <p:sp>
        <p:nvSpPr>
          <p:cNvPr id="11" name="Прямоугольник 10">
            <a:hlinkClick r:id="rId6" action="ppaction://hlinksldjump"/>
          </p:cNvPr>
          <p:cNvSpPr/>
          <p:nvPr/>
        </p:nvSpPr>
        <p:spPr>
          <a:xfrm>
            <a:off x="706582" y="4234695"/>
            <a:ext cx="482138" cy="49045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/>
                </a:solidFill>
                <a:latin typeface="Century Gothic" panose="020B0502020202020204" pitchFamily="34" charset="0"/>
              </a:rPr>
              <a:t>5</a:t>
            </a:r>
          </a:p>
        </p:txBody>
      </p:sp>
      <p:sp>
        <p:nvSpPr>
          <p:cNvPr id="12" name="Прямоугольник 11">
            <a:hlinkClick r:id="rId7" action="ppaction://hlinksldjump"/>
          </p:cNvPr>
          <p:cNvSpPr/>
          <p:nvPr/>
        </p:nvSpPr>
        <p:spPr>
          <a:xfrm>
            <a:off x="706582" y="2921653"/>
            <a:ext cx="482138" cy="49045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/>
                </a:solidFill>
                <a:latin typeface="Century Gothic" panose="020B0502020202020204" pitchFamily="34" charset="0"/>
              </a:rPr>
              <a:t>3</a:t>
            </a:r>
          </a:p>
        </p:txBody>
      </p:sp>
      <p:sp>
        <p:nvSpPr>
          <p:cNvPr id="13" name="Прямоугольник 12">
            <a:hlinkClick r:id="rId8" action="ppaction://hlinksldjump"/>
          </p:cNvPr>
          <p:cNvSpPr/>
          <p:nvPr/>
        </p:nvSpPr>
        <p:spPr>
          <a:xfrm>
            <a:off x="6508228" y="1541921"/>
            <a:ext cx="482138" cy="49045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/>
                </a:solidFill>
                <a:latin typeface="Century Gothic" panose="020B0502020202020204" pitchFamily="34" charset="0"/>
              </a:rPr>
              <a:t>7</a:t>
            </a:r>
          </a:p>
        </p:txBody>
      </p:sp>
      <p:sp>
        <p:nvSpPr>
          <p:cNvPr id="14" name="Прямоугольник 13">
            <a:hlinkClick r:id="rId9" action="ppaction://hlinksldjump"/>
          </p:cNvPr>
          <p:cNvSpPr/>
          <p:nvPr/>
        </p:nvSpPr>
        <p:spPr>
          <a:xfrm>
            <a:off x="6508228" y="2231787"/>
            <a:ext cx="482138" cy="49045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/>
                </a:solidFill>
                <a:latin typeface="Century Gothic" panose="020B0502020202020204" pitchFamily="34" charset="0"/>
              </a:rPr>
              <a:t>8</a:t>
            </a:r>
          </a:p>
        </p:txBody>
      </p:sp>
      <p:sp>
        <p:nvSpPr>
          <p:cNvPr id="15" name="Прямоугольник 14">
            <a:hlinkClick r:id="rId10" action="ppaction://hlinksldjump"/>
          </p:cNvPr>
          <p:cNvSpPr/>
          <p:nvPr/>
        </p:nvSpPr>
        <p:spPr>
          <a:xfrm>
            <a:off x="6508228" y="2921653"/>
            <a:ext cx="482138" cy="49045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/>
                </a:solidFill>
                <a:latin typeface="Century Gothic" panose="020B0502020202020204" pitchFamily="34" charset="0"/>
              </a:rPr>
              <a:t>9</a:t>
            </a:r>
          </a:p>
        </p:txBody>
      </p:sp>
      <p:sp>
        <p:nvSpPr>
          <p:cNvPr id="18" name="Прямоугольник 17">
            <a:hlinkClick r:id="rId11" action="ppaction://hlinksldjump"/>
          </p:cNvPr>
          <p:cNvSpPr/>
          <p:nvPr/>
        </p:nvSpPr>
        <p:spPr>
          <a:xfrm>
            <a:off x="706582" y="4891034"/>
            <a:ext cx="482138" cy="49045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/>
                </a:solidFill>
                <a:latin typeface="Century Gothic" panose="020B0502020202020204" pitchFamily="34" charset="0"/>
              </a:rPr>
              <a:t>6</a:t>
            </a:r>
          </a:p>
        </p:txBody>
      </p:sp>
      <p:sp>
        <p:nvSpPr>
          <p:cNvPr id="19" name="Прямоугольник 18"/>
          <p:cNvSpPr/>
          <p:nvPr/>
        </p:nvSpPr>
        <p:spPr>
          <a:xfrm>
            <a:off x="1280857" y="3013790"/>
            <a:ext cx="12971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Century Gothic" panose="020B0502020202020204" pitchFamily="34" charset="0"/>
              </a:rPr>
              <a:t>Введение</a:t>
            </a:r>
          </a:p>
        </p:txBody>
      </p:sp>
      <p:sp>
        <p:nvSpPr>
          <p:cNvPr id="20" name="Прямоугольник 19"/>
          <p:cNvSpPr/>
          <p:nvPr/>
        </p:nvSpPr>
        <p:spPr>
          <a:xfrm>
            <a:off x="1280857" y="2292346"/>
            <a:ext cx="15712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Century Gothic" panose="020B0502020202020204" pitchFamily="34" charset="0"/>
              </a:rPr>
              <a:t>Оглавление</a:t>
            </a:r>
          </a:p>
        </p:txBody>
      </p:sp>
      <p:sp>
        <p:nvSpPr>
          <p:cNvPr id="21" name="Прямоугольник 20"/>
          <p:cNvSpPr/>
          <p:nvPr/>
        </p:nvSpPr>
        <p:spPr>
          <a:xfrm>
            <a:off x="1280857" y="1598414"/>
            <a:ext cx="18822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Century Gothic" panose="020B0502020202020204" pitchFamily="34" charset="0"/>
              </a:rPr>
              <a:t>Титульный лист</a:t>
            </a:r>
          </a:p>
        </p:txBody>
      </p:sp>
      <p:sp>
        <p:nvSpPr>
          <p:cNvPr id="22" name="Прямоугольник 21"/>
          <p:cNvSpPr/>
          <p:nvPr/>
        </p:nvSpPr>
        <p:spPr>
          <a:xfrm>
            <a:off x="1282718" y="3638915"/>
            <a:ext cx="30652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>
                <a:latin typeface="Century Gothic" panose="020B0502020202020204" pitchFamily="34" charset="0"/>
              </a:rPr>
              <a:t>Значение и перспективы</a:t>
            </a:r>
            <a:endParaRPr lang="ru-RU" dirty="0">
              <a:latin typeface="Century Gothic" panose="020B0502020202020204" pitchFamily="34" charset="0"/>
            </a:endParaRPr>
          </a:p>
        </p:txBody>
      </p:sp>
      <p:sp>
        <p:nvSpPr>
          <p:cNvPr id="23" name="Прямоугольник 22"/>
          <p:cNvSpPr/>
          <p:nvPr/>
        </p:nvSpPr>
        <p:spPr>
          <a:xfrm>
            <a:off x="1275608" y="4277726"/>
            <a:ext cx="1223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err="1">
                <a:latin typeface="Century Gothic" panose="020B0502020202020204" pitchFamily="34" charset="0"/>
              </a:rPr>
              <a:t>Neuralink</a:t>
            </a:r>
            <a:endParaRPr lang="ru-RU" dirty="0">
              <a:latin typeface="Century Gothic" panose="020B0502020202020204" pitchFamily="34" charset="0"/>
            </a:endParaRPr>
          </a:p>
        </p:txBody>
      </p:sp>
      <p:sp>
        <p:nvSpPr>
          <p:cNvPr id="24" name="Прямоугольник 23"/>
          <p:cNvSpPr/>
          <p:nvPr/>
        </p:nvSpPr>
        <p:spPr>
          <a:xfrm>
            <a:off x="1275608" y="4813093"/>
            <a:ext cx="297709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Century Gothic" panose="020B0502020202020204" pitchFamily="34" charset="0"/>
              </a:rPr>
              <a:t>Технологии и принципы </a:t>
            </a:r>
            <a:endParaRPr lang="en-US" dirty="0" smtClean="0">
              <a:latin typeface="Century Gothic" panose="020B0502020202020204" pitchFamily="34" charset="0"/>
            </a:endParaRPr>
          </a:p>
          <a:p>
            <a:r>
              <a:rPr lang="ru-RU" dirty="0" smtClean="0">
                <a:latin typeface="Century Gothic" panose="020B0502020202020204" pitchFamily="34" charset="0"/>
              </a:rPr>
              <a:t>работы </a:t>
            </a:r>
            <a:r>
              <a:rPr lang="ru-RU" dirty="0" err="1">
                <a:latin typeface="Century Gothic" panose="020B0502020202020204" pitchFamily="34" charset="0"/>
              </a:rPr>
              <a:t>нейролинков</a:t>
            </a:r>
            <a:endParaRPr lang="ru-RU" dirty="0">
              <a:latin typeface="Century Gothic" panose="020B0502020202020204" pitchFamily="34" charset="0"/>
            </a:endParaRPr>
          </a:p>
        </p:txBody>
      </p:sp>
      <p:sp>
        <p:nvSpPr>
          <p:cNvPr id="25" name="Прямоугольник 24"/>
          <p:cNvSpPr/>
          <p:nvPr/>
        </p:nvSpPr>
        <p:spPr>
          <a:xfrm>
            <a:off x="7074438" y="1459535"/>
            <a:ext cx="359265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Century Gothic" panose="020B0502020202020204" pitchFamily="34" charset="0"/>
              </a:rPr>
              <a:t>Потенциальные применения </a:t>
            </a:r>
            <a:endParaRPr lang="en-US" dirty="0" smtClean="0">
              <a:latin typeface="Century Gothic" panose="020B0502020202020204" pitchFamily="34" charset="0"/>
            </a:endParaRPr>
          </a:p>
          <a:p>
            <a:r>
              <a:rPr lang="ru-RU" dirty="0" err="1" smtClean="0">
                <a:latin typeface="Century Gothic" panose="020B0502020202020204" pitchFamily="34" charset="0"/>
              </a:rPr>
              <a:t>нейролинков</a:t>
            </a:r>
            <a:endParaRPr lang="ru-RU" dirty="0">
              <a:latin typeface="Century Gothic" panose="020B0502020202020204" pitchFamily="34" charset="0"/>
            </a:endParaRPr>
          </a:p>
        </p:txBody>
      </p:sp>
      <p:sp>
        <p:nvSpPr>
          <p:cNvPr id="26" name="Прямоугольник 25"/>
          <p:cNvSpPr/>
          <p:nvPr/>
        </p:nvSpPr>
        <p:spPr>
          <a:xfrm>
            <a:off x="7068824" y="2153846"/>
            <a:ext cx="514028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Century Gothic" panose="020B0502020202020204" pitchFamily="34" charset="0"/>
              </a:rPr>
              <a:t>Вызовы и перспективы дальнейших исследований</a:t>
            </a:r>
            <a:endParaRPr lang="ru-RU" dirty="0">
              <a:latin typeface="Century Gothic" panose="020B0502020202020204" pitchFamily="34" charset="0"/>
            </a:endParaRPr>
          </a:p>
        </p:txBody>
      </p:sp>
      <p:sp>
        <p:nvSpPr>
          <p:cNvPr id="27" name="Прямоугольник 26"/>
          <p:cNvSpPr/>
          <p:nvPr/>
        </p:nvSpPr>
        <p:spPr>
          <a:xfrm>
            <a:off x="7094925" y="2926915"/>
            <a:ext cx="16001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Century Gothic" panose="020B0502020202020204" pitchFamily="34" charset="0"/>
              </a:rPr>
              <a:t>Заключение</a:t>
            </a:r>
            <a:endParaRPr lang="ru-RU" dirty="0">
              <a:latin typeface="Century Gothic" panose="020B0502020202020204" pitchFamily="34" charset="0"/>
            </a:endParaRPr>
          </a:p>
        </p:txBody>
      </p:sp>
      <p:sp>
        <p:nvSpPr>
          <p:cNvPr id="51" name="Управляющая кнопка: настраиваемая 31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FBA481D4-9513-43B8-8DE4-CE33D9A55974}"/>
              </a:ext>
            </a:extLst>
          </p:cNvPr>
          <p:cNvSpPr/>
          <p:nvPr/>
        </p:nvSpPr>
        <p:spPr>
          <a:xfrm>
            <a:off x="1534704" y="6121227"/>
            <a:ext cx="9279682" cy="414284"/>
          </a:xfrm>
          <a:prstGeom prst="actionButtonBlank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Управляющая кнопка: в начало 32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89675E55-94E2-4B99-A97B-F9E8A2CA6659}"/>
              </a:ext>
            </a:extLst>
          </p:cNvPr>
          <p:cNvSpPr/>
          <p:nvPr/>
        </p:nvSpPr>
        <p:spPr>
          <a:xfrm>
            <a:off x="1608667" y="6135972"/>
            <a:ext cx="274320" cy="219654"/>
          </a:xfrm>
          <a:prstGeom prst="actionButtonBeginning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3" name="Управляющая кнопка: назад 35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72E77ABA-A10E-4E7E-BA44-A13DAC4E30F7}"/>
              </a:ext>
            </a:extLst>
          </p:cNvPr>
          <p:cNvSpPr/>
          <p:nvPr/>
        </p:nvSpPr>
        <p:spPr>
          <a:xfrm>
            <a:off x="1953110" y="6138889"/>
            <a:ext cx="282059" cy="213456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4" name="Управляющая кнопка: настраиваемая 37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64263EF6-2067-4212-A19C-58A75F0EA341}"/>
              </a:ext>
            </a:extLst>
          </p:cNvPr>
          <p:cNvSpPr/>
          <p:nvPr/>
        </p:nvSpPr>
        <p:spPr>
          <a:xfrm>
            <a:off x="2249372" y="6350222"/>
            <a:ext cx="3626320" cy="165503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solidFill>
                  <a:schemeClr val="bg1"/>
                </a:solidFill>
                <a:latin typeface="Century Gothic" panose="020B0502020202020204" pitchFamily="34" charset="0"/>
              </a:rPr>
              <a:t>Содержание</a:t>
            </a:r>
          </a:p>
        </p:txBody>
      </p:sp>
      <p:sp>
        <p:nvSpPr>
          <p:cNvPr id="55" name="Управляющая кнопка: настраиваемая 38">
            <a:hlinkClick r:id="" action="ppaction://hlinkshowjump?jump=endshow" highlightClick="1"/>
            <a:extLst>
              <a:ext uri="{FF2B5EF4-FFF2-40B4-BE49-F238E27FC236}">
                <a16:creationId xmlns:a16="http://schemas.microsoft.com/office/drawing/2014/main" id="{7FE157D8-6FC6-49BD-B49E-FED3691D9520}"/>
              </a:ext>
            </a:extLst>
          </p:cNvPr>
          <p:cNvSpPr/>
          <p:nvPr/>
        </p:nvSpPr>
        <p:spPr>
          <a:xfrm>
            <a:off x="6553586" y="6350223"/>
            <a:ext cx="3626320" cy="165503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latin typeface="Century Gothic" panose="020B0502020202020204" pitchFamily="34" charset="0"/>
              </a:rPr>
              <a:t>Завершить показ</a:t>
            </a:r>
          </a:p>
        </p:txBody>
      </p:sp>
      <p:sp>
        <p:nvSpPr>
          <p:cNvPr id="56" name="Управляющая кнопка: далее 39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320BD00F-EF5A-44B5-986C-02C6ED34FC30}"/>
              </a:ext>
            </a:extLst>
          </p:cNvPr>
          <p:cNvSpPr/>
          <p:nvPr/>
        </p:nvSpPr>
        <p:spPr>
          <a:xfrm>
            <a:off x="10107082" y="6120025"/>
            <a:ext cx="274294" cy="203053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Управляющая кнопка: в конец 40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48607380-C7BA-48ED-835C-2727B5206C84}"/>
              </a:ext>
            </a:extLst>
          </p:cNvPr>
          <p:cNvSpPr/>
          <p:nvPr/>
        </p:nvSpPr>
        <p:spPr>
          <a:xfrm>
            <a:off x="10462734" y="6124648"/>
            <a:ext cx="275607" cy="208655"/>
          </a:xfrm>
          <a:prstGeom prst="actionButtonE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Управляющая кнопка: настраиваемая 41">
            <a:hlinkClick r:id="rId11" action="ppaction://hlinksldjump" highlightClick="1"/>
            <a:extLst>
              <a:ext uri="{FF2B5EF4-FFF2-40B4-BE49-F238E27FC236}">
                <a16:creationId xmlns:a16="http://schemas.microsoft.com/office/drawing/2014/main" id="{BC426011-2E30-4410-BB05-EAA7BB6C7AA3}"/>
              </a:ext>
            </a:extLst>
          </p:cNvPr>
          <p:cNvSpPr/>
          <p:nvPr/>
        </p:nvSpPr>
        <p:spPr>
          <a:xfrm>
            <a:off x="5368860" y="6126292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6</a:t>
            </a:r>
          </a:p>
        </p:txBody>
      </p:sp>
      <p:sp>
        <p:nvSpPr>
          <p:cNvPr id="59" name="Управляющая кнопка: настраиваемая 42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BF198123-D307-4A01-9273-5CD894AD69DC}"/>
              </a:ext>
            </a:extLst>
          </p:cNvPr>
          <p:cNvSpPr/>
          <p:nvPr/>
        </p:nvSpPr>
        <p:spPr>
          <a:xfrm>
            <a:off x="4795773" y="6124350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5</a:t>
            </a:r>
          </a:p>
        </p:txBody>
      </p:sp>
      <p:sp>
        <p:nvSpPr>
          <p:cNvPr id="60" name="Управляющая кнопка: настраиваемая 43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652383C6-E2B2-46E4-9DA2-11C7A4947788}"/>
              </a:ext>
            </a:extLst>
          </p:cNvPr>
          <p:cNvSpPr/>
          <p:nvPr/>
        </p:nvSpPr>
        <p:spPr>
          <a:xfrm>
            <a:off x="4185540" y="6124350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4</a:t>
            </a:r>
          </a:p>
        </p:txBody>
      </p:sp>
      <p:sp>
        <p:nvSpPr>
          <p:cNvPr id="61" name="Управляющая кнопка: настраиваемая 44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25724C34-9090-4E90-B4AB-E9C94AD9FF11}"/>
              </a:ext>
            </a:extLst>
          </p:cNvPr>
          <p:cNvSpPr/>
          <p:nvPr/>
        </p:nvSpPr>
        <p:spPr>
          <a:xfrm>
            <a:off x="3624731" y="6124350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3</a:t>
            </a:r>
          </a:p>
        </p:txBody>
      </p:sp>
      <p:sp>
        <p:nvSpPr>
          <p:cNvPr id="62" name="Управляющая кнопка: настраиваемая 45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44B992E7-73A5-467A-8285-B5C2A2E9F257}"/>
              </a:ext>
            </a:extLst>
          </p:cNvPr>
          <p:cNvSpPr/>
          <p:nvPr/>
        </p:nvSpPr>
        <p:spPr>
          <a:xfrm>
            <a:off x="3019788" y="6124350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2</a:t>
            </a:r>
          </a:p>
        </p:txBody>
      </p:sp>
      <p:sp>
        <p:nvSpPr>
          <p:cNvPr id="63" name="Управляющая кнопка: настраиваемая 46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8BF79868-A57B-4E70-A145-69358B54B23C}"/>
              </a:ext>
            </a:extLst>
          </p:cNvPr>
          <p:cNvSpPr/>
          <p:nvPr/>
        </p:nvSpPr>
        <p:spPr>
          <a:xfrm>
            <a:off x="2422623" y="6129223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1</a:t>
            </a:r>
          </a:p>
        </p:txBody>
      </p:sp>
      <p:sp>
        <p:nvSpPr>
          <p:cNvPr id="64" name="Управляющая кнопка: настраиваемая 4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4F971586-4B22-427E-A095-6CD322F369F1}"/>
              </a:ext>
            </a:extLst>
          </p:cNvPr>
          <p:cNvSpPr/>
          <p:nvPr/>
        </p:nvSpPr>
        <p:spPr>
          <a:xfrm>
            <a:off x="8312079" y="6129223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11</a:t>
            </a:r>
          </a:p>
        </p:txBody>
      </p:sp>
      <p:sp>
        <p:nvSpPr>
          <p:cNvPr id="65" name="Управляющая кнопка: настраиваемая 48">
            <a:hlinkClick r:id="rId10" action="ppaction://hlinksldjump" highlightClick="1"/>
            <a:extLst>
              <a:ext uri="{FF2B5EF4-FFF2-40B4-BE49-F238E27FC236}">
                <a16:creationId xmlns:a16="http://schemas.microsoft.com/office/drawing/2014/main" id="{D800CA1D-D166-494C-AEB6-0115174332BF}"/>
              </a:ext>
            </a:extLst>
          </p:cNvPr>
          <p:cNvSpPr/>
          <p:nvPr/>
        </p:nvSpPr>
        <p:spPr>
          <a:xfrm>
            <a:off x="7717932" y="6122390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10</a:t>
            </a:r>
          </a:p>
        </p:txBody>
      </p:sp>
      <p:sp>
        <p:nvSpPr>
          <p:cNvPr id="66" name="Управляющая кнопка: настраиваемая 49">
            <a:hlinkClick r:id="rId10" action="ppaction://hlinksldjump" highlightClick="1"/>
            <a:extLst>
              <a:ext uri="{FF2B5EF4-FFF2-40B4-BE49-F238E27FC236}">
                <a16:creationId xmlns:a16="http://schemas.microsoft.com/office/drawing/2014/main" id="{E8B79976-D98A-4AD9-8218-CA68DDCC1F19}"/>
              </a:ext>
            </a:extLst>
          </p:cNvPr>
          <p:cNvSpPr/>
          <p:nvPr/>
        </p:nvSpPr>
        <p:spPr>
          <a:xfrm>
            <a:off x="7145262" y="6120025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9</a:t>
            </a:r>
          </a:p>
        </p:txBody>
      </p:sp>
      <p:sp>
        <p:nvSpPr>
          <p:cNvPr id="67" name="Управляющая кнопка: настраиваемая 50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61CF8E13-AE2B-41ED-B0FE-AEFC91723286}"/>
              </a:ext>
            </a:extLst>
          </p:cNvPr>
          <p:cNvSpPr/>
          <p:nvPr/>
        </p:nvSpPr>
        <p:spPr>
          <a:xfrm>
            <a:off x="5993568" y="6124350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7</a:t>
            </a:r>
          </a:p>
        </p:txBody>
      </p:sp>
      <p:sp>
        <p:nvSpPr>
          <p:cNvPr id="68" name="Управляющая кнопка: настраиваемая 51">
            <a:hlinkClick r:id="rId9" action="ppaction://hlinksldjump" highlightClick="1"/>
            <a:extLst>
              <a:ext uri="{FF2B5EF4-FFF2-40B4-BE49-F238E27FC236}">
                <a16:creationId xmlns:a16="http://schemas.microsoft.com/office/drawing/2014/main" id="{827CA08D-9B2F-46F0-942D-C390B7C40F8B}"/>
              </a:ext>
            </a:extLst>
          </p:cNvPr>
          <p:cNvSpPr/>
          <p:nvPr/>
        </p:nvSpPr>
        <p:spPr>
          <a:xfrm>
            <a:off x="6572867" y="6120025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8</a:t>
            </a:r>
          </a:p>
        </p:txBody>
      </p:sp>
      <p:sp>
        <p:nvSpPr>
          <p:cNvPr id="69" name="Управляющая кнопка: настраиваемая 4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694C960C-60CC-4301-A487-6FD935FCA8A1}"/>
              </a:ext>
            </a:extLst>
          </p:cNvPr>
          <p:cNvSpPr/>
          <p:nvPr/>
        </p:nvSpPr>
        <p:spPr>
          <a:xfrm>
            <a:off x="8884885" y="6128863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12</a:t>
            </a:r>
          </a:p>
        </p:txBody>
      </p:sp>
      <p:sp>
        <p:nvSpPr>
          <p:cNvPr id="86" name="Управляющая кнопка: настраиваемая 4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6CC854DD-1B5E-486B-80B5-BBC56D836870}"/>
              </a:ext>
            </a:extLst>
          </p:cNvPr>
          <p:cNvSpPr/>
          <p:nvPr/>
        </p:nvSpPr>
        <p:spPr>
          <a:xfrm>
            <a:off x="9490482" y="6128863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311178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Андрей\Desktop\1\Безымянный-1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29385"/>
            <a:ext cx="12192000" cy="982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370997" y="53226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73A259-9DF6-4466-AC6B-A0C74CBC384A}"/>
              </a:ext>
            </a:extLst>
          </p:cNvPr>
          <p:cNvSpPr txBox="1"/>
          <p:nvPr/>
        </p:nvSpPr>
        <p:spPr>
          <a:xfrm>
            <a:off x="4815040" y="70598"/>
            <a:ext cx="24032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Введение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D4CC63B-D30F-4C23-AAFC-EDEF9B017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B917-4A67-459A-ADEA-E0250FA5C43E}" type="slidenum">
              <a:rPr lang="ru-RU" smtClean="0"/>
              <a:t>3</a:t>
            </a:fld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972548" y="1514902"/>
            <a:ext cx="490314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err="1">
                <a:ln w="0"/>
                <a:latin typeface="Century Gothic" panose="020B0502020202020204" pitchFamily="34" charset="0"/>
              </a:rPr>
              <a:t>Нейролинки</a:t>
            </a:r>
            <a:r>
              <a:rPr lang="ru-RU" sz="2400" dirty="0">
                <a:ln w="0"/>
                <a:latin typeface="Century Gothic" panose="020B0502020202020204" pitchFamily="34" charset="0"/>
              </a:rPr>
              <a:t> представляют собой инновационные устройства, которые позволяют взаимодействовать с компьютером с помощью мыслей, открывая уникальные возможности для развития интерфейсов мозг-компьютер. </a:t>
            </a:r>
            <a:endParaRPr lang="ru-RU" sz="2400" dirty="0">
              <a:ln w="0"/>
              <a:latin typeface="Century Gothic" panose="020B0502020202020204" pitchFamily="34" charset="0"/>
            </a:endParaRPr>
          </a:p>
        </p:txBody>
      </p:sp>
      <p:sp>
        <p:nvSpPr>
          <p:cNvPr id="29" name="Управляющая кнопка: настраиваемая 31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7460B228-2F62-4D18-A2E3-2936063A6591}"/>
              </a:ext>
            </a:extLst>
          </p:cNvPr>
          <p:cNvSpPr/>
          <p:nvPr/>
        </p:nvSpPr>
        <p:spPr>
          <a:xfrm>
            <a:off x="1534704" y="6121227"/>
            <a:ext cx="9279682" cy="414284"/>
          </a:xfrm>
          <a:prstGeom prst="actionButtonBlank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Управляющая кнопка: в начало 32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C377B3E8-E443-4E5F-90C7-E67EADA05FC1}"/>
              </a:ext>
            </a:extLst>
          </p:cNvPr>
          <p:cNvSpPr/>
          <p:nvPr/>
        </p:nvSpPr>
        <p:spPr>
          <a:xfrm>
            <a:off x="1608667" y="6135972"/>
            <a:ext cx="274320" cy="219654"/>
          </a:xfrm>
          <a:prstGeom prst="actionButtonBeginning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Управляющая кнопка: назад 35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DB911B27-1EA6-47B9-BF61-0334122DADFF}"/>
              </a:ext>
            </a:extLst>
          </p:cNvPr>
          <p:cNvSpPr/>
          <p:nvPr/>
        </p:nvSpPr>
        <p:spPr>
          <a:xfrm>
            <a:off x="1953110" y="6138889"/>
            <a:ext cx="282059" cy="213456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Управляющая кнопка: настраиваемая 37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12056A4C-9884-417A-B7A2-8109016FEF26}"/>
              </a:ext>
            </a:extLst>
          </p:cNvPr>
          <p:cNvSpPr/>
          <p:nvPr/>
        </p:nvSpPr>
        <p:spPr>
          <a:xfrm>
            <a:off x="2249372" y="6350222"/>
            <a:ext cx="3626320" cy="165503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solidFill>
                  <a:schemeClr val="bg1"/>
                </a:solidFill>
                <a:latin typeface="Century Gothic" panose="020B0502020202020204" pitchFamily="34" charset="0"/>
              </a:rPr>
              <a:t>Содержание</a:t>
            </a:r>
          </a:p>
        </p:txBody>
      </p:sp>
      <p:sp>
        <p:nvSpPr>
          <p:cNvPr id="33" name="Управляющая кнопка: настраиваемая 38">
            <a:hlinkClick r:id="" action="ppaction://hlinkshowjump?jump=endshow" highlightClick="1"/>
            <a:extLst>
              <a:ext uri="{FF2B5EF4-FFF2-40B4-BE49-F238E27FC236}">
                <a16:creationId xmlns:a16="http://schemas.microsoft.com/office/drawing/2014/main" id="{0442A619-00F6-4551-9786-ED7D86B8C0F5}"/>
              </a:ext>
            </a:extLst>
          </p:cNvPr>
          <p:cNvSpPr/>
          <p:nvPr/>
        </p:nvSpPr>
        <p:spPr>
          <a:xfrm>
            <a:off x="6553586" y="6350223"/>
            <a:ext cx="3626320" cy="165503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latin typeface="Century Gothic" panose="020B0502020202020204" pitchFamily="34" charset="0"/>
              </a:rPr>
              <a:t>Завершить показ</a:t>
            </a:r>
          </a:p>
        </p:txBody>
      </p:sp>
      <p:sp>
        <p:nvSpPr>
          <p:cNvPr id="34" name="Управляющая кнопка: далее 39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D05DB706-735A-4F52-9A10-FB2F982647AB}"/>
              </a:ext>
            </a:extLst>
          </p:cNvPr>
          <p:cNvSpPr/>
          <p:nvPr/>
        </p:nvSpPr>
        <p:spPr>
          <a:xfrm>
            <a:off x="10107082" y="6120025"/>
            <a:ext cx="274294" cy="203053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Управляющая кнопка: в конец 40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9849C823-8C7D-4976-AB17-F98D90E1A7F9}"/>
              </a:ext>
            </a:extLst>
          </p:cNvPr>
          <p:cNvSpPr/>
          <p:nvPr/>
        </p:nvSpPr>
        <p:spPr>
          <a:xfrm>
            <a:off x="10462734" y="6124648"/>
            <a:ext cx="275607" cy="208655"/>
          </a:xfrm>
          <a:prstGeom prst="actionButtonE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Управляющая кнопка: настраиваемая 41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F02729CE-5796-4DDA-A398-29DFBA366BD9}"/>
              </a:ext>
            </a:extLst>
          </p:cNvPr>
          <p:cNvSpPr/>
          <p:nvPr/>
        </p:nvSpPr>
        <p:spPr>
          <a:xfrm>
            <a:off x="5368860" y="6126292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6</a:t>
            </a:r>
          </a:p>
        </p:txBody>
      </p:sp>
      <p:sp>
        <p:nvSpPr>
          <p:cNvPr id="37" name="Управляющая кнопка: настраиваемая 42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0022A038-7AC4-415C-A23C-4A868D24CA6B}"/>
              </a:ext>
            </a:extLst>
          </p:cNvPr>
          <p:cNvSpPr/>
          <p:nvPr/>
        </p:nvSpPr>
        <p:spPr>
          <a:xfrm>
            <a:off x="4795773" y="6124350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5</a:t>
            </a:r>
          </a:p>
        </p:txBody>
      </p:sp>
      <p:sp>
        <p:nvSpPr>
          <p:cNvPr id="38" name="Управляющая кнопка: настраиваемая 43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E00757A9-0985-47D7-9DC2-A3D1FC709E44}"/>
              </a:ext>
            </a:extLst>
          </p:cNvPr>
          <p:cNvSpPr/>
          <p:nvPr/>
        </p:nvSpPr>
        <p:spPr>
          <a:xfrm>
            <a:off x="4185540" y="6124350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4</a:t>
            </a:r>
          </a:p>
        </p:txBody>
      </p:sp>
      <p:sp>
        <p:nvSpPr>
          <p:cNvPr id="39" name="Управляющая кнопка: настраиваемая 44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6C8F3C8E-F71F-4996-8836-695B70CFFE67}"/>
              </a:ext>
            </a:extLst>
          </p:cNvPr>
          <p:cNvSpPr/>
          <p:nvPr/>
        </p:nvSpPr>
        <p:spPr>
          <a:xfrm>
            <a:off x="3624731" y="6124350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3</a:t>
            </a:r>
          </a:p>
        </p:txBody>
      </p:sp>
      <p:sp>
        <p:nvSpPr>
          <p:cNvPr id="40" name="Управляющая кнопка: настраиваемая 45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8BDBFF81-4FF3-4C3C-BC81-650C1C347B7D}"/>
              </a:ext>
            </a:extLst>
          </p:cNvPr>
          <p:cNvSpPr/>
          <p:nvPr/>
        </p:nvSpPr>
        <p:spPr>
          <a:xfrm>
            <a:off x="3019788" y="6124350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2</a:t>
            </a:r>
          </a:p>
        </p:txBody>
      </p:sp>
      <p:sp>
        <p:nvSpPr>
          <p:cNvPr id="41" name="Управляющая кнопка: настраиваемая 46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C557F872-3768-4A6F-A58A-230AE882864E}"/>
              </a:ext>
            </a:extLst>
          </p:cNvPr>
          <p:cNvSpPr/>
          <p:nvPr/>
        </p:nvSpPr>
        <p:spPr>
          <a:xfrm>
            <a:off x="2422623" y="6129223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1</a:t>
            </a:r>
          </a:p>
        </p:txBody>
      </p:sp>
      <p:sp>
        <p:nvSpPr>
          <p:cNvPr id="42" name="Управляющая кнопка: настраиваемая 4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499ED7D2-8BAC-4801-BB6A-7F3302E4984B}"/>
              </a:ext>
            </a:extLst>
          </p:cNvPr>
          <p:cNvSpPr/>
          <p:nvPr/>
        </p:nvSpPr>
        <p:spPr>
          <a:xfrm>
            <a:off x="8312079" y="6129223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11</a:t>
            </a:r>
          </a:p>
        </p:txBody>
      </p:sp>
      <p:sp>
        <p:nvSpPr>
          <p:cNvPr id="43" name="Управляющая кнопка: настраиваемая 48">
            <a:hlinkClick r:id="rId9" action="ppaction://hlinksldjump" highlightClick="1"/>
            <a:extLst>
              <a:ext uri="{FF2B5EF4-FFF2-40B4-BE49-F238E27FC236}">
                <a16:creationId xmlns:a16="http://schemas.microsoft.com/office/drawing/2014/main" id="{061F4A36-219A-44B8-9A72-BED8C2D65E9E}"/>
              </a:ext>
            </a:extLst>
          </p:cNvPr>
          <p:cNvSpPr/>
          <p:nvPr/>
        </p:nvSpPr>
        <p:spPr>
          <a:xfrm>
            <a:off x="7717932" y="6122390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10</a:t>
            </a:r>
          </a:p>
        </p:txBody>
      </p:sp>
      <p:sp>
        <p:nvSpPr>
          <p:cNvPr id="44" name="Управляющая кнопка: настраиваемая 49">
            <a:hlinkClick r:id="rId9" action="ppaction://hlinksldjump" highlightClick="1"/>
            <a:extLst>
              <a:ext uri="{FF2B5EF4-FFF2-40B4-BE49-F238E27FC236}">
                <a16:creationId xmlns:a16="http://schemas.microsoft.com/office/drawing/2014/main" id="{E7606CBD-39BE-4F1B-A3B5-3BB6A3630498}"/>
              </a:ext>
            </a:extLst>
          </p:cNvPr>
          <p:cNvSpPr/>
          <p:nvPr/>
        </p:nvSpPr>
        <p:spPr>
          <a:xfrm>
            <a:off x="7145262" y="6120025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9</a:t>
            </a:r>
          </a:p>
        </p:txBody>
      </p:sp>
      <p:sp>
        <p:nvSpPr>
          <p:cNvPr id="45" name="Управляющая кнопка: настраиваемая 50">
            <a:hlinkClick r:id="rId10" action="ppaction://hlinksldjump" highlightClick="1"/>
            <a:extLst>
              <a:ext uri="{FF2B5EF4-FFF2-40B4-BE49-F238E27FC236}">
                <a16:creationId xmlns:a16="http://schemas.microsoft.com/office/drawing/2014/main" id="{07B5743F-E27B-4B2F-9F73-6C3C026F7127}"/>
              </a:ext>
            </a:extLst>
          </p:cNvPr>
          <p:cNvSpPr/>
          <p:nvPr/>
        </p:nvSpPr>
        <p:spPr>
          <a:xfrm>
            <a:off x="5993568" y="6124350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7</a:t>
            </a:r>
          </a:p>
        </p:txBody>
      </p:sp>
      <p:sp>
        <p:nvSpPr>
          <p:cNvPr id="46" name="Управляющая кнопка: настраиваемая 51">
            <a:hlinkClick r:id="rId11" action="ppaction://hlinksldjump" highlightClick="1"/>
            <a:extLst>
              <a:ext uri="{FF2B5EF4-FFF2-40B4-BE49-F238E27FC236}">
                <a16:creationId xmlns:a16="http://schemas.microsoft.com/office/drawing/2014/main" id="{3CF60D52-FE3E-4421-8532-D3E12068290A}"/>
              </a:ext>
            </a:extLst>
          </p:cNvPr>
          <p:cNvSpPr/>
          <p:nvPr/>
        </p:nvSpPr>
        <p:spPr>
          <a:xfrm>
            <a:off x="6572867" y="6120025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8</a:t>
            </a:r>
          </a:p>
        </p:txBody>
      </p:sp>
      <p:sp>
        <p:nvSpPr>
          <p:cNvPr id="47" name="Управляющая кнопка: настраиваемая 4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4F9DAB8B-2C8A-4964-95D3-38D61E6CCB97}"/>
              </a:ext>
            </a:extLst>
          </p:cNvPr>
          <p:cNvSpPr/>
          <p:nvPr/>
        </p:nvSpPr>
        <p:spPr>
          <a:xfrm>
            <a:off x="8884885" y="6128863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12</a:t>
            </a:r>
          </a:p>
        </p:txBody>
      </p:sp>
      <p:sp>
        <p:nvSpPr>
          <p:cNvPr id="48" name="Управляющая кнопка: настраиваемая 4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A8ADD5B5-E1D0-4516-AE3B-E59BD5FAD787}"/>
              </a:ext>
            </a:extLst>
          </p:cNvPr>
          <p:cNvSpPr/>
          <p:nvPr/>
        </p:nvSpPr>
        <p:spPr>
          <a:xfrm>
            <a:off x="9490482" y="6128863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13</a:t>
            </a:r>
          </a:p>
        </p:txBody>
      </p:sp>
      <p:pic>
        <p:nvPicPr>
          <p:cNvPr id="1028" name="Picture 4" descr="Нейрочип Neuralink: действительно ли мы будем вживлять гаджеты в мозг | РБК  Тренды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0639" y="1541087"/>
            <a:ext cx="5424216" cy="3390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5786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Андрей\Desktop\1\Безымянный-1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29385"/>
            <a:ext cx="12192000" cy="982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370997" y="53226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73A259-9DF6-4466-AC6B-A0C74CBC384A}"/>
              </a:ext>
            </a:extLst>
          </p:cNvPr>
          <p:cNvSpPr txBox="1"/>
          <p:nvPr/>
        </p:nvSpPr>
        <p:spPr>
          <a:xfrm>
            <a:off x="1745827" y="109390"/>
            <a:ext cx="91085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Значение и перспективы </a:t>
            </a:r>
            <a:r>
              <a:rPr lang="ru-RU" sz="3600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нейролинков</a:t>
            </a:r>
            <a:endParaRPr lang="ru-RU" sz="3600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D4CC63B-D30F-4C23-AAFC-EDEF9B017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B917-4A67-459A-ADEA-E0250FA5C43E}" type="slidenum">
              <a:rPr lang="ru-RU" smtClean="0"/>
              <a:t>4</a:t>
            </a:fld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534259" y="1463226"/>
            <a:ext cx="5246044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n w="0"/>
                <a:latin typeface="Century Gothic" panose="020B0502020202020204" pitchFamily="34" charset="0"/>
              </a:rPr>
              <a:t>В современном мире </a:t>
            </a:r>
            <a:r>
              <a:rPr lang="ru-RU" dirty="0" err="1">
                <a:ln w="0"/>
                <a:latin typeface="Century Gothic" panose="020B0502020202020204" pitchFamily="34" charset="0"/>
              </a:rPr>
              <a:t>нейролинки</a:t>
            </a:r>
            <a:r>
              <a:rPr lang="ru-RU" dirty="0">
                <a:ln w="0"/>
                <a:latin typeface="Century Gothic" panose="020B0502020202020204" pitchFamily="34" charset="0"/>
              </a:rPr>
              <a:t> – это одна из самых инновационных и перспективных областей развития технологий. Они представляют собой интерфейсы мозг-компьютер, которые позволяют прямому взаимодействию между человеческим мозгом и компьютером без использования традиционных вводных устройств, таких как клавиатура или мышь. Важность этой технологии невозможно переоценить, поскольку она открывает перед нами новые горизонты в медицине, технологиях и развлечениях.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8B3508B-9B87-418B-940D-F842BC356C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9289" y="1916734"/>
            <a:ext cx="5488043" cy="3085780"/>
          </a:xfrm>
          <a:prstGeom prst="rect">
            <a:avLst/>
          </a:prstGeom>
        </p:spPr>
      </p:pic>
      <p:sp>
        <p:nvSpPr>
          <p:cNvPr id="29" name="Управляющая кнопка: настраиваемая 31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265CE42B-AFF3-46B9-8AF4-A6E6DDB9B7A9}"/>
              </a:ext>
            </a:extLst>
          </p:cNvPr>
          <p:cNvSpPr/>
          <p:nvPr/>
        </p:nvSpPr>
        <p:spPr>
          <a:xfrm>
            <a:off x="1534704" y="6121227"/>
            <a:ext cx="9279682" cy="414284"/>
          </a:xfrm>
          <a:prstGeom prst="actionButtonBlank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Управляющая кнопка: в начало 32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D4F0FD3A-5000-4FE3-9C92-F2DB647A223A}"/>
              </a:ext>
            </a:extLst>
          </p:cNvPr>
          <p:cNvSpPr/>
          <p:nvPr/>
        </p:nvSpPr>
        <p:spPr>
          <a:xfrm>
            <a:off x="1608667" y="6135972"/>
            <a:ext cx="274320" cy="219654"/>
          </a:xfrm>
          <a:prstGeom prst="actionButtonBeginning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Управляющая кнопка: назад 35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E7892255-5906-405C-B986-1DD585A55518}"/>
              </a:ext>
            </a:extLst>
          </p:cNvPr>
          <p:cNvSpPr/>
          <p:nvPr/>
        </p:nvSpPr>
        <p:spPr>
          <a:xfrm>
            <a:off x="1953110" y="6138889"/>
            <a:ext cx="282059" cy="213456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Управляющая кнопка: настраиваемая 37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63B3602B-E470-4565-B401-8D712FDE054D}"/>
              </a:ext>
            </a:extLst>
          </p:cNvPr>
          <p:cNvSpPr/>
          <p:nvPr/>
        </p:nvSpPr>
        <p:spPr>
          <a:xfrm>
            <a:off x="2249372" y="6350222"/>
            <a:ext cx="3626320" cy="165503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solidFill>
                  <a:schemeClr val="bg1"/>
                </a:solidFill>
                <a:latin typeface="Century Gothic" panose="020B0502020202020204" pitchFamily="34" charset="0"/>
              </a:rPr>
              <a:t>Содержание</a:t>
            </a:r>
          </a:p>
        </p:txBody>
      </p:sp>
      <p:sp>
        <p:nvSpPr>
          <p:cNvPr id="33" name="Управляющая кнопка: настраиваемая 38">
            <a:hlinkClick r:id="" action="ppaction://hlinkshowjump?jump=endshow" highlightClick="1"/>
            <a:extLst>
              <a:ext uri="{FF2B5EF4-FFF2-40B4-BE49-F238E27FC236}">
                <a16:creationId xmlns:a16="http://schemas.microsoft.com/office/drawing/2014/main" id="{9506156D-FF75-40C5-90CC-1978D75A0CB6}"/>
              </a:ext>
            </a:extLst>
          </p:cNvPr>
          <p:cNvSpPr/>
          <p:nvPr/>
        </p:nvSpPr>
        <p:spPr>
          <a:xfrm>
            <a:off x="6553586" y="6350223"/>
            <a:ext cx="3626320" cy="165503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latin typeface="Century Gothic" panose="020B0502020202020204" pitchFamily="34" charset="0"/>
              </a:rPr>
              <a:t>Завершить показ</a:t>
            </a:r>
          </a:p>
        </p:txBody>
      </p:sp>
      <p:sp>
        <p:nvSpPr>
          <p:cNvPr id="34" name="Управляющая кнопка: далее 39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D463D4F2-3B4B-462C-94BE-EB12A905EBB9}"/>
              </a:ext>
            </a:extLst>
          </p:cNvPr>
          <p:cNvSpPr/>
          <p:nvPr/>
        </p:nvSpPr>
        <p:spPr>
          <a:xfrm>
            <a:off x="10107082" y="6120025"/>
            <a:ext cx="274294" cy="203053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Управляющая кнопка: в конец 40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C97B091A-4C21-4DE3-8D1E-D4383BC706C1}"/>
              </a:ext>
            </a:extLst>
          </p:cNvPr>
          <p:cNvSpPr/>
          <p:nvPr/>
        </p:nvSpPr>
        <p:spPr>
          <a:xfrm>
            <a:off x="10462734" y="6124648"/>
            <a:ext cx="275607" cy="208655"/>
          </a:xfrm>
          <a:prstGeom prst="actionButtonE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Управляющая кнопка: настраиваемая 41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5B5CB6EC-1741-40BA-A6FD-444D78E7C347}"/>
              </a:ext>
            </a:extLst>
          </p:cNvPr>
          <p:cNvSpPr/>
          <p:nvPr/>
        </p:nvSpPr>
        <p:spPr>
          <a:xfrm>
            <a:off x="5368860" y="6126292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6</a:t>
            </a:r>
          </a:p>
        </p:txBody>
      </p:sp>
      <p:sp>
        <p:nvSpPr>
          <p:cNvPr id="37" name="Управляющая кнопка: настраиваемая 42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0376E991-171A-4BF3-8F63-53D0EC4C9D54}"/>
              </a:ext>
            </a:extLst>
          </p:cNvPr>
          <p:cNvSpPr/>
          <p:nvPr/>
        </p:nvSpPr>
        <p:spPr>
          <a:xfrm>
            <a:off x="4795773" y="6124350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5</a:t>
            </a:r>
          </a:p>
        </p:txBody>
      </p:sp>
      <p:sp>
        <p:nvSpPr>
          <p:cNvPr id="38" name="Управляющая кнопка: настраиваемая 43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3D9536DB-A3AC-4FFE-B223-3E6D42482175}"/>
              </a:ext>
            </a:extLst>
          </p:cNvPr>
          <p:cNvSpPr/>
          <p:nvPr/>
        </p:nvSpPr>
        <p:spPr>
          <a:xfrm>
            <a:off x="4185540" y="6124350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4</a:t>
            </a:r>
          </a:p>
        </p:txBody>
      </p:sp>
      <p:sp>
        <p:nvSpPr>
          <p:cNvPr id="39" name="Управляющая кнопка: настраиваемая 44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DD0018EF-5A45-48E1-ADC0-80E9F2DB190B}"/>
              </a:ext>
            </a:extLst>
          </p:cNvPr>
          <p:cNvSpPr/>
          <p:nvPr/>
        </p:nvSpPr>
        <p:spPr>
          <a:xfrm>
            <a:off x="3624731" y="6124350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3</a:t>
            </a:r>
          </a:p>
        </p:txBody>
      </p:sp>
      <p:sp>
        <p:nvSpPr>
          <p:cNvPr id="40" name="Управляющая кнопка: настраиваемая 45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D4F3A441-7A03-4CE1-9BEF-142D76FB9CE5}"/>
              </a:ext>
            </a:extLst>
          </p:cNvPr>
          <p:cNvSpPr/>
          <p:nvPr/>
        </p:nvSpPr>
        <p:spPr>
          <a:xfrm>
            <a:off x="3019788" y="6124350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2</a:t>
            </a:r>
          </a:p>
        </p:txBody>
      </p:sp>
      <p:sp>
        <p:nvSpPr>
          <p:cNvPr id="41" name="Управляющая кнопка: настраиваемая 46">
            <a:hlinkClick r:id="rId9" action="ppaction://hlinksldjump" highlightClick="1"/>
            <a:extLst>
              <a:ext uri="{FF2B5EF4-FFF2-40B4-BE49-F238E27FC236}">
                <a16:creationId xmlns:a16="http://schemas.microsoft.com/office/drawing/2014/main" id="{B5A207C3-3C8B-4A39-8662-1EF85F616307}"/>
              </a:ext>
            </a:extLst>
          </p:cNvPr>
          <p:cNvSpPr/>
          <p:nvPr/>
        </p:nvSpPr>
        <p:spPr>
          <a:xfrm>
            <a:off x="2422623" y="6129223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1</a:t>
            </a:r>
          </a:p>
        </p:txBody>
      </p:sp>
      <p:sp>
        <p:nvSpPr>
          <p:cNvPr id="42" name="Управляющая кнопка: настраиваемая 4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040E267D-84AD-4EF7-9F60-4D4B5CEF956E}"/>
              </a:ext>
            </a:extLst>
          </p:cNvPr>
          <p:cNvSpPr/>
          <p:nvPr/>
        </p:nvSpPr>
        <p:spPr>
          <a:xfrm>
            <a:off x="8312079" y="6129223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11</a:t>
            </a:r>
          </a:p>
        </p:txBody>
      </p:sp>
      <p:sp>
        <p:nvSpPr>
          <p:cNvPr id="43" name="Управляющая кнопка: настраиваемая 48">
            <a:hlinkClick r:id="rId10" action="ppaction://hlinksldjump" highlightClick="1"/>
            <a:extLst>
              <a:ext uri="{FF2B5EF4-FFF2-40B4-BE49-F238E27FC236}">
                <a16:creationId xmlns:a16="http://schemas.microsoft.com/office/drawing/2014/main" id="{2A211892-BC6E-4F83-AE74-A4535961D923}"/>
              </a:ext>
            </a:extLst>
          </p:cNvPr>
          <p:cNvSpPr/>
          <p:nvPr/>
        </p:nvSpPr>
        <p:spPr>
          <a:xfrm>
            <a:off x="7717932" y="6122390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10</a:t>
            </a:r>
          </a:p>
        </p:txBody>
      </p:sp>
      <p:sp>
        <p:nvSpPr>
          <p:cNvPr id="44" name="Управляющая кнопка: настраиваемая 49">
            <a:hlinkClick r:id="rId10" action="ppaction://hlinksldjump" highlightClick="1"/>
            <a:extLst>
              <a:ext uri="{FF2B5EF4-FFF2-40B4-BE49-F238E27FC236}">
                <a16:creationId xmlns:a16="http://schemas.microsoft.com/office/drawing/2014/main" id="{A7922F81-1706-485A-BDAE-7194522B69CC}"/>
              </a:ext>
            </a:extLst>
          </p:cNvPr>
          <p:cNvSpPr/>
          <p:nvPr/>
        </p:nvSpPr>
        <p:spPr>
          <a:xfrm>
            <a:off x="7145262" y="6120025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9</a:t>
            </a:r>
          </a:p>
        </p:txBody>
      </p:sp>
      <p:sp>
        <p:nvSpPr>
          <p:cNvPr id="45" name="Управляющая кнопка: настраиваемая 50">
            <a:hlinkClick r:id="rId11" action="ppaction://hlinksldjump" highlightClick="1"/>
            <a:extLst>
              <a:ext uri="{FF2B5EF4-FFF2-40B4-BE49-F238E27FC236}">
                <a16:creationId xmlns:a16="http://schemas.microsoft.com/office/drawing/2014/main" id="{11713DA8-330F-475D-A72A-83385D0F53A5}"/>
              </a:ext>
            </a:extLst>
          </p:cNvPr>
          <p:cNvSpPr/>
          <p:nvPr/>
        </p:nvSpPr>
        <p:spPr>
          <a:xfrm>
            <a:off x="5993568" y="6124350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7</a:t>
            </a:r>
          </a:p>
        </p:txBody>
      </p:sp>
      <p:sp>
        <p:nvSpPr>
          <p:cNvPr id="46" name="Управляющая кнопка: настраиваемая 51">
            <a:hlinkClick r:id="rId12" action="ppaction://hlinksldjump" highlightClick="1"/>
            <a:extLst>
              <a:ext uri="{FF2B5EF4-FFF2-40B4-BE49-F238E27FC236}">
                <a16:creationId xmlns:a16="http://schemas.microsoft.com/office/drawing/2014/main" id="{C9FA7949-B446-4F32-A096-B99F62219B61}"/>
              </a:ext>
            </a:extLst>
          </p:cNvPr>
          <p:cNvSpPr/>
          <p:nvPr/>
        </p:nvSpPr>
        <p:spPr>
          <a:xfrm>
            <a:off x="6572867" y="6120025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8</a:t>
            </a:r>
          </a:p>
        </p:txBody>
      </p:sp>
      <p:sp>
        <p:nvSpPr>
          <p:cNvPr id="47" name="Управляющая кнопка: настраиваемая 4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1D24C1D0-5F7B-476F-98D1-D6A34BCF869A}"/>
              </a:ext>
            </a:extLst>
          </p:cNvPr>
          <p:cNvSpPr/>
          <p:nvPr/>
        </p:nvSpPr>
        <p:spPr>
          <a:xfrm>
            <a:off x="8884885" y="6128863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12</a:t>
            </a:r>
          </a:p>
        </p:txBody>
      </p:sp>
      <p:sp>
        <p:nvSpPr>
          <p:cNvPr id="48" name="Управляющая кнопка: настраиваемая 4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9F3985C6-4D6B-40C1-898F-BABD8CFEED2C}"/>
              </a:ext>
            </a:extLst>
          </p:cNvPr>
          <p:cNvSpPr/>
          <p:nvPr/>
        </p:nvSpPr>
        <p:spPr>
          <a:xfrm>
            <a:off x="9490482" y="6128863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121029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Андрей\Desktop\1\Безымянный-1.pn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29385"/>
            <a:ext cx="12192000" cy="982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370997" y="53226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73A259-9DF6-4466-AC6B-A0C74CBC384A}"/>
              </a:ext>
            </a:extLst>
          </p:cNvPr>
          <p:cNvSpPr txBox="1"/>
          <p:nvPr/>
        </p:nvSpPr>
        <p:spPr>
          <a:xfrm>
            <a:off x="4744613" y="138768"/>
            <a:ext cx="22621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N</a:t>
            </a:r>
            <a:r>
              <a:rPr lang="en-US" sz="3600" dirty="0" err="1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euralink</a:t>
            </a:r>
            <a:endParaRPr lang="ru-RU" sz="3600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D4CC63B-D30F-4C23-AAFC-EDEF9B017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B917-4A67-459A-ADEA-E0250FA5C43E}" type="slidenum">
              <a:rPr lang="ru-RU" smtClean="0"/>
              <a:t>5</a:t>
            </a:fld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5962869" y="2031511"/>
            <a:ext cx="5109861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ln w="0"/>
                <a:latin typeface="Century Gothic" panose="020B0502020202020204" pitchFamily="34" charset="0"/>
              </a:rPr>
              <a:t>Проект "</a:t>
            </a:r>
            <a:r>
              <a:rPr lang="ru-RU" sz="1600" dirty="0" err="1">
                <a:ln w="0"/>
                <a:latin typeface="Century Gothic" panose="020B0502020202020204" pitchFamily="34" charset="0"/>
              </a:rPr>
              <a:t>Нейролинк</a:t>
            </a:r>
            <a:r>
              <a:rPr lang="ru-RU" sz="1600" dirty="0">
                <a:ln w="0"/>
                <a:latin typeface="Century Gothic" panose="020B0502020202020204" pitchFamily="34" charset="0"/>
              </a:rPr>
              <a:t>" Илона Маска – это один из ключевых игроков в этой области. История его создания и развития восходит к 2016 году, когда Илон </a:t>
            </a:r>
            <a:r>
              <a:rPr lang="ru-RU" sz="1600" dirty="0" err="1">
                <a:ln w="0"/>
                <a:latin typeface="Century Gothic" panose="020B0502020202020204" pitchFamily="34" charset="0"/>
              </a:rPr>
              <a:t>Маск</a:t>
            </a:r>
            <a:r>
              <a:rPr lang="ru-RU" sz="1600" dirty="0">
                <a:ln w="0"/>
                <a:latin typeface="Century Gothic" panose="020B0502020202020204" pitchFamily="34" charset="0"/>
              </a:rPr>
              <a:t> объявил о своем намерении разработать технологию, которая позволит человеку и компьютеру обмениваться информацией непосредственно через мозг. За годы работы компания прошла через ряд этапов развития, начиная от концепции и заканчивая демонстрацией прототипа устройства.</a:t>
            </a:r>
            <a:endParaRPr lang="ru-RU" sz="1600" dirty="0">
              <a:ln w="0"/>
              <a:latin typeface="Century Gothic" panose="020B0502020202020204" pitchFamily="34" charset="0"/>
            </a:endParaRPr>
          </a:p>
        </p:txBody>
      </p:sp>
      <p:sp>
        <p:nvSpPr>
          <p:cNvPr id="48" name="Управляющая кнопка: настраиваемая 31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7C7346CF-84EB-4859-8837-69E8642CD1F8}"/>
              </a:ext>
            </a:extLst>
          </p:cNvPr>
          <p:cNvSpPr/>
          <p:nvPr/>
        </p:nvSpPr>
        <p:spPr>
          <a:xfrm>
            <a:off x="1534704" y="6121227"/>
            <a:ext cx="9279682" cy="414284"/>
          </a:xfrm>
          <a:prstGeom prst="actionButtonBlank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Управляющая кнопка: в начало 32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122FD74E-422D-4564-AC1F-A29374391959}"/>
              </a:ext>
            </a:extLst>
          </p:cNvPr>
          <p:cNvSpPr/>
          <p:nvPr/>
        </p:nvSpPr>
        <p:spPr>
          <a:xfrm>
            <a:off x="1608667" y="6135972"/>
            <a:ext cx="274320" cy="219654"/>
          </a:xfrm>
          <a:prstGeom prst="actionButtonBeginning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Управляющая кнопка: назад 35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0D6E3DB7-E255-4E92-92C4-69506344B8E7}"/>
              </a:ext>
            </a:extLst>
          </p:cNvPr>
          <p:cNvSpPr/>
          <p:nvPr/>
        </p:nvSpPr>
        <p:spPr>
          <a:xfrm>
            <a:off x="1953110" y="6138889"/>
            <a:ext cx="282059" cy="213456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Управляющая кнопка: настраиваемая 37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7CFD84AB-44B9-4FB5-9D0F-E8860F2252D8}"/>
              </a:ext>
            </a:extLst>
          </p:cNvPr>
          <p:cNvSpPr/>
          <p:nvPr/>
        </p:nvSpPr>
        <p:spPr>
          <a:xfrm>
            <a:off x="2249372" y="6350222"/>
            <a:ext cx="3626320" cy="165503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solidFill>
                  <a:schemeClr val="bg1"/>
                </a:solidFill>
                <a:latin typeface="Century Gothic" panose="020B0502020202020204" pitchFamily="34" charset="0"/>
              </a:rPr>
              <a:t>Содержание</a:t>
            </a:r>
          </a:p>
        </p:txBody>
      </p:sp>
      <p:sp>
        <p:nvSpPr>
          <p:cNvPr id="52" name="Управляющая кнопка: настраиваемая 38">
            <a:hlinkClick r:id="" action="ppaction://hlinkshowjump?jump=endshow" highlightClick="1"/>
            <a:extLst>
              <a:ext uri="{FF2B5EF4-FFF2-40B4-BE49-F238E27FC236}">
                <a16:creationId xmlns:a16="http://schemas.microsoft.com/office/drawing/2014/main" id="{89657101-F608-4FA6-B604-BF2F33BB798A}"/>
              </a:ext>
            </a:extLst>
          </p:cNvPr>
          <p:cNvSpPr/>
          <p:nvPr/>
        </p:nvSpPr>
        <p:spPr>
          <a:xfrm>
            <a:off x="6553586" y="6350223"/>
            <a:ext cx="3626320" cy="165503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latin typeface="Century Gothic" panose="020B0502020202020204" pitchFamily="34" charset="0"/>
              </a:rPr>
              <a:t>Завершить показ</a:t>
            </a:r>
          </a:p>
        </p:txBody>
      </p:sp>
      <p:sp>
        <p:nvSpPr>
          <p:cNvPr id="53" name="Управляющая кнопка: далее 39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9DA5A97A-FB86-46B8-9369-AC662F4A86DC}"/>
              </a:ext>
            </a:extLst>
          </p:cNvPr>
          <p:cNvSpPr/>
          <p:nvPr/>
        </p:nvSpPr>
        <p:spPr>
          <a:xfrm>
            <a:off x="10107082" y="6120025"/>
            <a:ext cx="274294" cy="203053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4" name="Управляющая кнопка: в конец 40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75F62F63-FF15-4BDB-B04C-3ACC2D575643}"/>
              </a:ext>
            </a:extLst>
          </p:cNvPr>
          <p:cNvSpPr/>
          <p:nvPr/>
        </p:nvSpPr>
        <p:spPr>
          <a:xfrm>
            <a:off x="10462734" y="6124648"/>
            <a:ext cx="275607" cy="208655"/>
          </a:xfrm>
          <a:prstGeom prst="actionButtonE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5" name="Управляющая кнопка: настраиваемая 41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3162EE86-0493-4395-A4C9-FB6D6229A63F}"/>
              </a:ext>
            </a:extLst>
          </p:cNvPr>
          <p:cNvSpPr/>
          <p:nvPr/>
        </p:nvSpPr>
        <p:spPr>
          <a:xfrm>
            <a:off x="5368860" y="6126292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6</a:t>
            </a:r>
          </a:p>
        </p:txBody>
      </p:sp>
      <p:sp>
        <p:nvSpPr>
          <p:cNvPr id="56" name="Управляющая кнопка: настраиваемая 42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4D29E8A9-4E77-45AA-87F2-D48A8B9775A6}"/>
              </a:ext>
            </a:extLst>
          </p:cNvPr>
          <p:cNvSpPr/>
          <p:nvPr/>
        </p:nvSpPr>
        <p:spPr>
          <a:xfrm>
            <a:off x="4795773" y="6124350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5</a:t>
            </a:r>
          </a:p>
        </p:txBody>
      </p:sp>
      <p:sp>
        <p:nvSpPr>
          <p:cNvPr id="57" name="Управляющая кнопка: настраиваемая 43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09922627-1FCF-4B33-A065-9E7A258F678F}"/>
              </a:ext>
            </a:extLst>
          </p:cNvPr>
          <p:cNvSpPr/>
          <p:nvPr/>
        </p:nvSpPr>
        <p:spPr>
          <a:xfrm>
            <a:off x="4185540" y="6124350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4</a:t>
            </a:r>
          </a:p>
        </p:txBody>
      </p:sp>
      <p:sp>
        <p:nvSpPr>
          <p:cNvPr id="58" name="Управляющая кнопка: настраиваемая 44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4F29F025-3689-4703-9075-3DF2C81A126A}"/>
              </a:ext>
            </a:extLst>
          </p:cNvPr>
          <p:cNvSpPr/>
          <p:nvPr/>
        </p:nvSpPr>
        <p:spPr>
          <a:xfrm>
            <a:off x="3624731" y="6124350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3</a:t>
            </a:r>
          </a:p>
        </p:txBody>
      </p:sp>
      <p:sp>
        <p:nvSpPr>
          <p:cNvPr id="59" name="Управляющая кнопка: настраиваемая 45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8CAB99C4-F43C-449C-B6A5-D18B29E049B0}"/>
              </a:ext>
            </a:extLst>
          </p:cNvPr>
          <p:cNvSpPr/>
          <p:nvPr/>
        </p:nvSpPr>
        <p:spPr>
          <a:xfrm>
            <a:off x="3019788" y="6124350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2</a:t>
            </a:r>
          </a:p>
        </p:txBody>
      </p:sp>
      <p:sp>
        <p:nvSpPr>
          <p:cNvPr id="60" name="Управляющая кнопка: настраиваемая 46">
            <a:hlinkClick r:id="rId9" action="ppaction://hlinksldjump" highlightClick="1"/>
            <a:extLst>
              <a:ext uri="{FF2B5EF4-FFF2-40B4-BE49-F238E27FC236}">
                <a16:creationId xmlns:a16="http://schemas.microsoft.com/office/drawing/2014/main" id="{3524AE04-11A9-483F-9C82-39328F29F74B}"/>
              </a:ext>
            </a:extLst>
          </p:cNvPr>
          <p:cNvSpPr/>
          <p:nvPr/>
        </p:nvSpPr>
        <p:spPr>
          <a:xfrm>
            <a:off x="2422623" y="6129223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1</a:t>
            </a:r>
          </a:p>
        </p:txBody>
      </p:sp>
      <p:sp>
        <p:nvSpPr>
          <p:cNvPr id="61" name="Управляющая кнопка: настраиваемая 4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CC2039E8-B451-4190-8429-6D60BD9744CF}"/>
              </a:ext>
            </a:extLst>
          </p:cNvPr>
          <p:cNvSpPr/>
          <p:nvPr/>
        </p:nvSpPr>
        <p:spPr>
          <a:xfrm>
            <a:off x="8312079" y="6129223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11</a:t>
            </a:r>
          </a:p>
        </p:txBody>
      </p:sp>
      <p:sp>
        <p:nvSpPr>
          <p:cNvPr id="62" name="Управляющая кнопка: настраиваемая 48">
            <a:hlinkClick r:id="rId10" action="ppaction://hlinksldjump" highlightClick="1"/>
            <a:extLst>
              <a:ext uri="{FF2B5EF4-FFF2-40B4-BE49-F238E27FC236}">
                <a16:creationId xmlns:a16="http://schemas.microsoft.com/office/drawing/2014/main" id="{0629F65E-A267-4A98-B6F2-78330B08F633}"/>
              </a:ext>
            </a:extLst>
          </p:cNvPr>
          <p:cNvSpPr/>
          <p:nvPr/>
        </p:nvSpPr>
        <p:spPr>
          <a:xfrm>
            <a:off x="7717932" y="6122390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10</a:t>
            </a:r>
          </a:p>
        </p:txBody>
      </p:sp>
      <p:sp>
        <p:nvSpPr>
          <p:cNvPr id="63" name="Управляющая кнопка: настраиваемая 49">
            <a:hlinkClick r:id="rId10" action="ppaction://hlinksldjump" highlightClick="1"/>
            <a:extLst>
              <a:ext uri="{FF2B5EF4-FFF2-40B4-BE49-F238E27FC236}">
                <a16:creationId xmlns:a16="http://schemas.microsoft.com/office/drawing/2014/main" id="{A8395447-1F02-4F55-AFAC-9694C74B5086}"/>
              </a:ext>
            </a:extLst>
          </p:cNvPr>
          <p:cNvSpPr/>
          <p:nvPr/>
        </p:nvSpPr>
        <p:spPr>
          <a:xfrm>
            <a:off x="7145262" y="6120025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9</a:t>
            </a:r>
          </a:p>
        </p:txBody>
      </p:sp>
      <p:sp>
        <p:nvSpPr>
          <p:cNvPr id="64" name="Управляющая кнопка: настраиваемая 50">
            <a:hlinkClick r:id="rId11" action="ppaction://hlinksldjump" highlightClick="1"/>
            <a:extLst>
              <a:ext uri="{FF2B5EF4-FFF2-40B4-BE49-F238E27FC236}">
                <a16:creationId xmlns:a16="http://schemas.microsoft.com/office/drawing/2014/main" id="{E85F39CF-866B-4F3F-AF48-E5C9F1C672D9}"/>
              </a:ext>
            </a:extLst>
          </p:cNvPr>
          <p:cNvSpPr/>
          <p:nvPr/>
        </p:nvSpPr>
        <p:spPr>
          <a:xfrm>
            <a:off x="5993568" y="6124350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7</a:t>
            </a:r>
          </a:p>
        </p:txBody>
      </p:sp>
      <p:sp>
        <p:nvSpPr>
          <p:cNvPr id="65" name="Управляющая кнопка: настраиваемая 51">
            <a:hlinkClick r:id="rId12" action="ppaction://hlinksldjump" highlightClick="1"/>
            <a:extLst>
              <a:ext uri="{FF2B5EF4-FFF2-40B4-BE49-F238E27FC236}">
                <a16:creationId xmlns:a16="http://schemas.microsoft.com/office/drawing/2014/main" id="{FBED8ED4-F4F2-4457-A1D9-2BB766EA59F3}"/>
              </a:ext>
            </a:extLst>
          </p:cNvPr>
          <p:cNvSpPr/>
          <p:nvPr/>
        </p:nvSpPr>
        <p:spPr>
          <a:xfrm>
            <a:off x="6572867" y="6120025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8</a:t>
            </a:r>
          </a:p>
        </p:txBody>
      </p:sp>
      <p:sp>
        <p:nvSpPr>
          <p:cNvPr id="66" name="Управляющая кнопка: настраиваемая 4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68A5F822-6F71-49E9-8338-110798F37322}"/>
              </a:ext>
            </a:extLst>
          </p:cNvPr>
          <p:cNvSpPr/>
          <p:nvPr/>
        </p:nvSpPr>
        <p:spPr>
          <a:xfrm>
            <a:off x="8884885" y="6128863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12</a:t>
            </a:r>
          </a:p>
        </p:txBody>
      </p:sp>
      <p:sp>
        <p:nvSpPr>
          <p:cNvPr id="67" name="Управляющая кнопка: настраиваемая 4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C5685A3D-1CC8-406E-AFEC-65AAC4502913}"/>
              </a:ext>
            </a:extLst>
          </p:cNvPr>
          <p:cNvSpPr/>
          <p:nvPr/>
        </p:nvSpPr>
        <p:spPr>
          <a:xfrm>
            <a:off x="9490482" y="6128863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13</a:t>
            </a:r>
          </a:p>
        </p:txBody>
      </p:sp>
      <p:pic>
        <p:nvPicPr>
          <p:cNvPr id="2054" name="Picture 6" descr="Илон Маск высмеял работу Федеральной резервной системы США - МК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778" y="1623980"/>
            <a:ext cx="4816020" cy="3608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7999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Андрей\Desktop\1\Безымянный-1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29385"/>
            <a:ext cx="12192000" cy="982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370997" y="53226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73A259-9DF6-4466-AC6B-A0C74CBC384A}"/>
              </a:ext>
            </a:extLst>
          </p:cNvPr>
          <p:cNvSpPr txBox="1"/>
          <p:nvPr/>
        </p:nvSpPr>
        <p:spPr>
          <a:xfrm>
            <a:off x="3355939" y="261879"/>
            <a:ext cx="60981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Технологии и принципы работы </a:t>
            </a:r>
            <a:r>
              <a:rPr lang="ru-RU" sz="2000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нейролинков</a:t>
            </a:r>
            <a:endParaRPr lang="ru-RU" sz="2000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D4CC63B-D30F-4C23-AAFC-EDEF9B017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B917-4A67-459A-ADEA-E0250FA5C43E}" type="slidenum">
              <a:rPr lang="ru-RU" smtClean="0"/>
              <a:t>6</a:t>
            </a:fld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721565" y="1582340"/>
            <a:ext cx="4282658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Century Gothic" panose="020B0502020202020204" pitchFamily="34" charset="0"/>
              </a:rPr>
              <a:t>Технологии, лежащие в основе </a:t>
            </a:r>
            <a:r>
              <a:rPr lang="ru-RU" dirty="0" err="1">
                <a:latin typeface="Century Gothic" panose="020B0502020202020204" pitchFamily="34" charset="0"/>
              </a:rPr>
              <a:t>нейролинков</a:t>
            </a:r>
            <a:r>
              <a:rPr lang="ru-RU" dirty="0">
                <a:latin typeface="Century Gothic" panose="020B0502020202020204" pitchFamily="34" charset="0"/>
              </a:rPr>
              <a:t>, основаны на разработке микрочипов и электродов, способных взаимодействовать с мозгом человека. Принцип работы </a:t>
            </a:r>
            <a:r>
              <a:rPr lang="ru-RU" dirty="0" err="1">
                <a:latin typeface="Century Gothic" panose="020B0502020202020204" pitchFamily="34" charset="0"/>
              </a:rPr>
              <a:t>нейролинков</a:t>
            </a:r>
            <a:r>
              <a:rPr lang="ru-RU" dirty="0">
                <a:latin typeface="Century Gothic" panose="020B0502020202020204" pitchFamily="34" charset="0"/>
              </a:rPr>
              <a:t> заключается в считывании электрических сигналов, генерируемых нейронами мозга, и их интерпретации с целью управления устройствами или даже восстановления потерянных функций мозга.</a:t>
            </a:r>
            <a:endParaRPr lang="ru-RU" dirty="0">
              <a:latin typeface="Century Gothic" panose="020B0502020202020204" pitchFamily="34" charset="0"/>
            </a:endParaRPr>
          </a:p>
        </p:txBody>
      </p:sp>
      <p:sp>
        <p:nvSpPr>
          <p:cNvPr id="28" name="Управляющая кнопка: настраиваемая 31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0326CDFD-57DD-41B4-A7BC-6EC0FCCF0330}"/>
              </a:ext>
            </a:extLst>
          </p:cNvPr>
          <p:cNvSpPr/>
          <p:nvPr/>
        </p:nvSpPr>
        <p:spPr>
          <a:xfrm>
            <a:off x="1534704" y="6121227"/>
            <a:ext cx="9279682" cy="414284"/>
          </a:xfrm>
          <a:prstGeom prst="actionButtonBlank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Управляющая кнопка: в начало 32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8F7C0619-4446-4DB8-A4C4-5F797E9D7C4B}"/>
              </a:ext>
            </a:extLst>
          </p:cNvPr>
          <p:cNvSpPr/>
          <p:nvPr/>
        </p:nvSpPr>
        <p:spPr>
          <a:xfrm>
            <a:off x="1608667" y="6135972"/>
            <a:ext cx="274320" cy="219654"/>
          </a:xfrm>
          <a:prstGeom prst="actionButtonBeginning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Управляющая кнопка: назад 35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0FD43F3C-BFE7-49CB-8FF8-79715371181B}"/>
              </a:ext>
            </a:extLst>
          </p:cNvPr>
          <p:cNvSpPr/>
          <p:nvPr/>
        </p:nvSpPr>
        <p:spPr>
          <a:xfrm>
            <a:off x="1953110" y="6138889"/>
            <a:ext cx="282059" cy="213456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Управляющая кнопка: настраиваемая 37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26EF9C71-245F-4C2D-8EB0-794614BF7B40}"/>
              </a:ext>
            </a:extLst>
          </p:cNvPr>
          <p:cNvSpPr/>
          <p:nvPr/>
        </p:nvSpPr>
        <p:spPr>
          <a:xfrm>
            <a:off x="2249372" y="6350222"/>
            <a:ext cx="3626320" cy="165503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solidFill>
                  <a:schemeClr val="bg1"/>
                </a:solidFill>
                <a:latin typeface="Century Gothic" panose="020B0502020202020204" pitchFamily="34" charset="0"/>
              </a:rPr>
              <a:t>Содержание</a:t>
            </a:r>
          </a:p>
        </p:txBody>
      </p:sp>
      <p:sp>
        <p:nvSpPr>
          <p:cNvPr id="44" name="Управляющая кнопка: настраиваемая 38">
            <a:hlinkClick r:id="" action="ppaction://hlinkshowjump?jump=endshow" highlightClick="1"/>
            <a:extLst>
              <a:ext uri="{FF2B5EF4-FFF2-40B4-BE49-F238E27FC236}">
                <a16:creationId xmlns:a16="http://schemas.microsoft.com/office/drawing/2014/main" id="{8BF0A6AC-CF0E-46DE-9AEA-7D8FBCB1DD90}"/>
              </a:ext>
            </a:extLst>
          </p:cNvPr>
          <p:cNvSpPr/>
          <p:nvPr/>
        </p:nvSpPr>
        <p:spPr>
          <a:xfrm>
            <a:off x="6553586" y="6350223"/>
            <a:ext cx="3626320" cy="165503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latin typeface="Century Gothic" panose="020B0502020202020204" pitchFamily="34" charset="0"/>
              </a:rPr>
              <a:t>Завершить показ</a:t>
            </a:r>
          </a:p>
        </p:txBody>
      </p:sp>
      <p:sp>
        <p:nvSpPr>
          <p:cNvPr id="52" name="Управляющая кнопка: далее 39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A4F76441-F176-4D0E-BF39-C30FC37324CB}"/>
              </a:ext>
            </a:extLst>
          </p:cNvPr>
          <p:cNvSpPr/>
          <p:nvPr/>
        </p:nvSpPr>
        <p:spPr>
          <a:xfrm>
            <a:off x="10107082" y="6120025"/>
            <a:ext cx="274294" cy="203053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3" name="Управляющая кнопка: в конец 40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8666ABC7-C59A-4BA3-A0FF-77B92EE496AB}"/>
              </a:ext>
            </a:extLst>
          </p:cNvPr>
          <p:cNvSpPr/>
          <p:nvPr/>
        </p:nvSpPr>
        <p:spPr>
          <a:xfrm>
            <a:off x="10462734" y="6124648"/>
            <a:ext cx="275607" cy="208655"/>
          </a:xfrm>
          <a:prstGeom prst="actionButtonE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4" name="Управляющая кнопка: настраиваемая 41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E5C1199E-FA21-431C-BB9A-3B72010162DF}"/>
              </a:ext>
            </a:extLst>
          </p:cNvPr>
          <p:cNvSpPr/>
          <p:nvPr/>
        </p:nvSpPr>
        <p:spPr>
          <a:xfrm>
            <a:off x="5368860" y="6126292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6</a:t>
            </a:r>
          </a:p>
        </p:txBody>
      </p:sp>
      <p:sp>
        <p:nvSpPr>
          <p:cNvPr id="55" name="Управляющая кнопка: настраиваемая 42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D56B8458-C0EC-4F37-8F4D-C360BC258097}"/>
              </a:ext>
            </a:extLst>
          </p:cNvPr>
          <p:cNvSpPr/>
          <p:nvPr/>
        </p:nvSpPr>
        <p:spPr>
          <a:xfrm>
            <a:off x="4795773" y="6124350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5</a:t>
            </a:r>
          </a:p>
        </p:txBody>
      </p:sp>
      <p:sp>
        <p:nvSpPr>
          <p:cNvPr id="56" name="Управляющая кнопка: настраиваемая 43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0DF3E065-9557-4A4A-925A-C2D84785B163}"/>
              </a:ext>
            </a:extLst>
          </p:cNvPr>
          <p:cNvSpPr/>
          <p:nvPr/>
        </p:nvSpPr>
        <p:spPr>
          <a:xfrm>
            <a:off x="4185540" y="6124350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4</a:t>
            </a:r>
          </a:p>
        </p:txBody>
      </p:sp>
      <p:sp>
        <p:nvSpPr>
          <p:cNvPr id="57" name="Управляющая кнопка: настраиваемая 44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BEB4C821-0989-4824-B5F0-8F0ABF639990}"/>
              </a:ext>
            </a:extLst>
          </p:cNvPr>
          <p:cNvSpPr/>
          <p:nvPr/>
        </p:nvSpPr>
        <p:spPr>
          <a:xfrm>
            <a:off x="3624731" y="6124350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3</a:t>
            </a:r>
          </a:p>
        </p:txBody>
      </p:sp>
      <p:sp>
        <p:nvSpPr>
          <p:cNvPr id="58" name="Управляющая кнопка: настраиваемая 45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EF14D37E-7294-414F-9E6A-76C601B8A033}"/>
              </a:ext>
            </a:extLst>
          </p:cNvPr>
          <p:cNvSpPr/>
          <p:nvPr/>
        </p:nvSpPr>
        <p:spPr>
          <a:xfrm>
            <a:off x="3019788" y="6124350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2</a:t>
            </a:r>
          </a:p>
        </p:txBody>
      </p:sp>
      <p:sp>
        <p:nvSpPr>
          <p:cNvPr id="59" name="Управляющая кнопка: настраиваемая 46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EAD9A0DE-7EF6-4D61-80CB-1D77800C2030}"/>
              </a:ext>
            </a:extLst>
          </p:cNvPr>
          <p:cNvSpPr/>
          <p:nvPr/>
        </p:nvSpPr>
        <p:spPr>
          <a:xfrm>
            <a:off x="2422623" y="6129223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1</a:t>
            </a:r>
          </a:p>
        </p:txBody>
      </p:sp>
      <p:sp>
        <p:nvSpPr>
          <p:cNvPr id="60" name="Управляющая кнопка: настраиваемая 4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345DA565-626B-47AD-9E73-1E2266450558}"/>
              </a:ext>
            </a:extLst>
          </p:cNvPr>
          <p:cNvSpPr/>
          <p:nvPr/>
        </p:nvSpPr>
        <p:spPr>
          <a:xfrm>
            <a:off x="8312079" y="6129223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11</a:t>
            </a:r>
          </a:p>
        </p:txBody>
      </p:sp>
      <p:sp>
        <p:nvSpPr>
          <p:cNvPr id="61" name="Управляющая кнопка: настраиваемая 48">
            <a:hlinkClick r:id="rId9" action="ppaction://hlinksldjump" highlightClick="1"/>
            <a:extLst>
              <a:ext uri="{FF2B5EF4-FFF2-40B4-BE49-F238E27FC236}">
                <a16:creationId xmlns:a16="http://schemas.microsoft.com/office/drawing/2014/main" id="{27D35DF9-087D-4C3B-8CD1-07D3989EB807}"/>
              </a:ext>
            </a:extLst>
          </p:cNvPr>
          <p:cNvSpPr/>
          <p:nvPr/>
        </p:nvSpPr>
        <p:spPr>
          <a:xfrm>
            <a:off x="7717932" y="6122390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10</a:t>
            </a:r>
          </a:p>
        </p:txBody>
      </p:sp>
      <p:sp>
        <p:nvSpPr>
          <p:cNvPr id="62" name="Управляющая кнопка: настраиваемая 49">
            <a:hlinkClick r:id="rId9" action="ppaction://hlinksldjump" highlightClick="1"/>
            <a:extLst>
              <a:ext uri="{FF2B5EF4-FFF2-40B4-BE49-F238E27FC236}">
                <a16:creationId xmlns:a16="http://schemas.microsoft.com/office/drawing/2014/main" id="{E77CC14F-1452-4B7D-895E-F11068DA43CC}"/>
              </a:ext>
            </a:extLst>
          </p:cNvPr>
          <p:cNvSpPr/>
          <p:nvPr/>
        </p:nvSpPr>
        <p:spPr>
          <a:xfrm>
            <a:off x="7145262" y="6120025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9</a:t>
            </a:r>
          </a:p>
        </p:txBody>
      </p:sp>
      <p:sp>
        <p:nvSpPr>
          <p:cNvPr id="63" name="Управляющая кнопка: настраиваемая 50">
            <a:hlinkClick r:id="rId10" action="ppaction://hlinksldjump" highlightClick="1"/>
            <a:extLst>
              <a:ext uri="{FF2B5EF4-FFF2-40B4-BE49-F238E27FC236}">
                <a16:creationId xmlns:a16="http://schemas.microsoft.com/office/drawing/2014/main" id="{76AD3219-E979-4477-9FDC-258D33459E1E}"/>
              </a:ext>
            </a:extLst>
          </p:cNvPr>
          <p:cNvSpPr/>
          <p:nvPr/>
        </p:nvSpPr>
        <p:spPr>
          <a:xfrm>
            <a:off x="5993568" y="6124350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7</a:t>
            </a:r>
          </a:p>
        </p:txBody>
      </p:sp>
      <p:sp>
        <p:nvSpPr>
          <p:cNvPr id="64" name="Управляющая кнопка: настраиваемая 51">
            <a:hlinkClick r:id="rId11" action="ppaction://hlinksldjump" highlightClick="1"/>
            <a:extLst>
              <a:ext uri="{FF2B5EF4-FFF2-40B4-BE49-F238E27FC236}">
                <a16:creationId xmlns:a16="http://schemas.microsoft.com/office/drawing/2014/main" id="{A193ECC8-BAAA-440B-B1E5-2B91BF0466D2}"/>
              </a:ext>
            </a:extLst>
          </p:cNvPr>
          <p:cNvSpPr/>
          <p:nvPr/>
        </p:nvSpPr>
        <p:spPr>
          <a:xfrm>
            <a:off x="6572867" y="6120025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8</a:t>
            </a:r>
          </a:p>
        </p:txBody>
      </p:sp>
      <p:sp>
        <p:nvSpPr>
          <p:cNvPr id="65" name="Управляющая кнопка: настраиваемая 4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C9BF621F-4D3D-4AFB-9740-902C3F5C603D}"/>
              </a:ext>
            </a:extLst>
          </p:cNvPr>
          <p:cNvSpPr/>
          <p:nvPr/>
        </p:nvSpPr>
        <p:spPr>
          <a:xfrm>
            <a:off x="8884885" y="6128863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12</a:t>
            </a:r>
          </a:p>
        </p:txBody>
      </p:sp>
      <p:sp>
        <p:nvSpPr>
          <p:cNvPr id="66" name="Управляющая кнопка: настраиваемая 4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5F5854EB-22D9-4D6A-A56C-E2BA20F7A76C}"/>
              </a:ext>
            </a:extLst>
          </p:cNvPr>
          <p:cNvSpPr/>
          <p:nvPr/>
        </p:nvSpPr>
        <p:spPr>
          <a:xfrm>
            <a:off x="9490482" y="6128863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13</a:t>
            </a:r>
          </a:p>
        </p:txBody>
      </p:sp>
      <p:pic>
        <p:nvPicPr>
          <p:cNvPr id="3074" name="Picture 2" descr="Парализованный мужчина с вживленным чипом Neuralink научился играть в  шахматы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7022" y="1520428"/>
            <a:ext cx="6748619" cy="3796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5699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Андрей\Desktop\1\Безымянный-1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29385"/>
            <a:ext cx="12192000" cy="982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370997" y="53226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73A259-9DF6-4466-AC6B-A0C74CBC384A}"/>
              </a:ext>
            </a:extLst>
          </p:cNvPr>
          <p:cNvSpPr txBox="1"/>
          <p:nvPr/>
        </p:nvSpPr>
        <p:spPr>
          <a:xfrm>
            <a:off x="2477502" y="153344"/>
            <a:ext cx="78550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Потенциальные применения </a:t>
            </a:r>
            <a:r>
              <a:rPr lang="ru-RU" sz="2800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нейролинков</a:t>
            </a:r>
            <a:endParaRPr lang="ru-RU" sz="2800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D4CC63B-D30F-4C23-AAFC-EDEF9B017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B917-4A67-459A-ADEA-E0250FA5C43E}" type="slidenum">
              <a:rPr lang="ru-RU" smtClean="0"/>
              <a:t>7</a:t>
            </a:fld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683878" y="1525651"/>
            <a:ext cx="4890703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>
                <a:latin typeface="Century Gothic" panose="020B0502020202020204" pitchFamily="34" charset="0"/>
              </a:rPr>
              <a:t>Потенциал </a:t>
            </a:r>
            <a:r>
              <a:rPr lang="ru-RU" sz="1600" dirty="0" err="1">
                <a:latin typeface="Century Gothic" panose="020B0502020202020204" pitchFamily="34" charset="0"/>
              </a:rPr>
              <a:t>нейролинков</a:t>
            </a:r>
            <a:r>
              <a:rPr lang="ru-RU" sz="1600" dirty="0">
                <a:latin typeface="Century Gothic" panose="020B0502020202020204" pitchFamily="34" charset="0"/>
              </a:rPr>
              <a:t> включает в себя широкий спектр применений. В медицине они могут быть использованы для диагностики и лечения неврологических расстройств, управления протезами и реабилитации после инсультов. В сфере технологий они могут стать основой для создания новых интерфейсов виртуальной и дополненной реальности, а также улучшения управления устройствами. В области развлечений </a:t>
            </a:r>
            <a:r>
              <a:rPr lang="ru-RU" sz="1600" dirty="0" err="1">
                <a:latin typeface="Century Gothic" panose="020B0502020202020204" pitchFamily="34" charset="0"/>
              </a:rPr>
              <a:t>нейролинки</a:t>
            </a:r>
            <a:r>
              <a:rPr lang="ru-RU" sz="1600" dirty="0">
                <a:latin typeface="Century Gothic" panose="020B0502020202020204" pitchFamily="34" charset="0"/>
              </a:rPr>
              <a:t> могут создать совершенно новый опыт взаимодействия с компьютерными играми и развлекательными приложениями.</a:t>
            </a:r>
            <a:endParaRPr lang="ru-RU" sz="1600" dirty="0"/>
          </a:p>
        </p:txBody>
      </p:sp>
      <p:sp>
        <p:nvSpPr>
          <p:cNvPr id="28" name="Управляющая кнопка: настраиваемая 31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F0D182F9-C464-45BC-B510-2EADC68A21AF}"/>
              </a:ext>
            </a:extLst>
          </p:cNvPr>
          <p:cNvSpPr/>
          <p:nvPr/>
        </p:nvSpPr>
        <p:spPr>
          <a:xfrm>
            <a:off x="1534704" y="6121227"/>
            <a:ext cx="9279682" cy="414284"/>
          </a:xfrm>
          <a:prstGeom prst="actionButtonBlank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Управляющая кнопка: в начало 32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EBF24994-968D-4657-B9E8-7320CAB6EB22}"/>
              </a:ext>
            </a:extLst>
          </p:cNvPr>
          <p:cNvSpPr/>
          <p:nvPr/>
        </p:nvSpPr>
        <p:spPr>
          <a:xfrm>
            <a:off x="1608667" y="6135972"/>
            <a:ext cx="274320" cy="219654"/>
          </a:xfrm>
          <a:prstGeom prst="actionButtonBeginning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Управляющая кнопка: назад 35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6F097F98-5AB8-4773-9F11-7769009556BA}"/>
              </a:ext>
            </a:extLst>
          </p:cNvPr>
          <p:cNvSpPr/>
          <p:nvPr/>
        </p:nvSpPr>
        <p:spPr>
          <a:xfrm>
            <a:off x="1953110" y="6138889"/>
            <a:ext cx="282059" cy="213456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Управляющая кнопка: настраиваемая 37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7B1792A4-1CBB-4E6D-B024-4372BB57286A}"/>
              </a:ext>
            </a:extLst>
          </p:cNvPr>
          <p:cNvSpPr/>
          <p:nvPr/>
        </p:nvSpPr>
        <p:spPr>
          <a:xfrm>
            <a:off x="2249372" y="6350222"/>
            <a:ext cx="3626320" cy="165503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solidFill>
                  <a:schemeClr val="bg1"/>
                </a:solidFill>
                <a:latin typeface="Century Gothic" panose="020B0502020202020204" pitchFamily="34" charset="0"/>
              </a:rPr>
              <a:t>Содержание</a:t>
            </a:r>
          </a:p>
        </p:txBody>
      </p:sp>
      <p:sp>
        <p:nvSpPr>
          <p:cNvPr id="32" name="Управляющая кнопка: настраиваемая 38">
            <a:hlinkClick r:id="" action="ppaction://hlinkshowjump?jump=endshow" highlightClick="1"/>
            <a:extLst>
              <a:ext uri="{FF2B5EF4-FFF2-40B4-BE49-F238E27FC236}">
                <a16:creationId xmlns:a16="http://schemas.microsoft.com/office/drawing/2014/main" id="{ED035EC4-6694-4EC7-8D01-00B30531C406}"/>
              </a:ext>
            </a:extLst>
          </p:cNvPr>
          <p:cNvSpPr/>
          <p:nvPr/>
        </p:nvSpPr>
        <p:spPr>
          <a:xfrm>
            <a:off x="6553586" y="6350223"/>
            <a:ext cx="3626320" cy="165503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latin typeface="Century Gothic" panose="020B0502020202020204" pitchFamily="34" charset="0"/>
              </a:rPr>
              <a:t>Завершить показ</a:t>
            </a:r>
          </a:p>
        </p:txBody>
      </p:sp>
      <p:sp>
        <p:nvSpPr>
          <p:cNvPr id="40" name="Управляющая кнопка: далее 39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777DCA7B-2B27-46E8-BA8A-AE523EBBE8B9}"/>
              </a:ext>
            </a:extLst>
          </p:cNvPr>
          <p:cNvSpPr/>
          <p:nvPr/>
        </p:nvSpPr>
        <p:spPr>
          <a:xfrm>
            <a:off x="10107082" y="6120025"/>
            <a:ext cx="274294" cy="203053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Управляющая кнопка: в конец 40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3FF5C12C-B834-40A7-942B-971D47078EC3}"/>
              </a:ext>
            </a:extLst>
          </p:cNvPr>
          <p:cNvSpPr/>
          <p:nvPr/>
        </p:nvSpPr>
        <p:spPr>
          <a:xfrm>
            <a:off x="10462734" y="6124648"/>
            <a:ext cx="275607" cy="208655"/>
          </a:xfrm>
          <a:prstGeom prst="actionButtonE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3" name="Управляющая кнопка: настраиваемая 41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4ABE9D62-7037-4FFC-9B56-BA794831BCA5}"/>
              </a:ext>
            </a:extLst>
          </p:cNvPr>
          <p:cNvSpPr/>
          <p:nvPr/>
        </p:nvSpPr>
        <p:spPr>
          <a:xfrm>
            <a:off x="5368860" y="6126292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6</a:t>
            </a:r>
          </a:p>
        </p:txBody>
      </p:sp>
      <p:sp>
        <p:nvSpPr>
          <p:cNvPr id="54" name="Управляющая кнопка: настраиваемая 42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1F3C26A6-D3C3-46D9-96F7-6A8BE9EB07F1}"/>
              </a:ext>
            </a:extLst>
          </p:cNvPr>
          <p:cNvSpPr/>
          <p:nvPr/>
        </p:nvSpPr>
        <p:spPr>
          <a:xfrm>
            <a:off x="4795773" y="6124350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5</a:t>
            </a:r>
          </a:p>
        </p:txBody>
      </p:sp>
      <p:sp>
        <p:nvSpPr>
          <p:cNvPr id="55" name="Управляющая кнопка: настраиваемая 43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8B7F2B08-A2BF-4944-A4C6-3B4D3DC8BB13}"/>
              </a:ext>
            </a:extLst>
          </p:cNvPr>
          <p:cNvSpPr/>
          <p:nvPr/>
        </p:nvSpPr>
        <p:spPr>
          <a:xfrm>
            <a:off x="4185540" y="6124350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4</a:t>
            </a:r>
          </a:p>
        </p:txBody>
      </p:sp>
      <p:sp>
        <p:nvSpPr>
          <p:cNvPr id="56" name="Управляющая кнопка: настраиваемая 44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79EB89B9-841B-43D2-92AF-753BCD3D44FE}"/>
              </a:ext>
            </a:extLst>
          </p:cNvPr>
          <p:cNvSpPr/>
          <p:nvPr/>
        </p:nvSpPr>
        <p:spPr>
          <a:xfrm>
            <a:off x="3624731" y="6124350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3</a:t>
            </a:r>
          </a:p>
        </p:txBody>
      </p:sp>
      <p:sp>
        <p:nvSpPr>
          <p:cNvPr id="57" name="Управляющая кнопка: настраиваемая 45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46CF3665-DB57-4C01-9650-DE4732E7D742}"/>
              </a:ext>
            </a:extLst>
          </p:cNvPr>
          <p:cNvSpPr/>
          <p:nvPr/>
        </p:nvSpPr>
        <p:spPr>
          <a:xfrm>
            <a:off x="3019788" y="6124350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2</a:t>
            </a:r>
          </a:p>
        </p:txBody>
      </p:sp>
      <p:sp>
        <p:nvSpPr>
          <p:cNvPr id="58" name="Управляющая кнопка: настраиваемая 46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AF732AF1-3330-43EA-9F6D-8DE568763974}"/>
              </a:ext>
            </a:extLst>
          </p:cNvPr>
          <p:cNvSpPr/>
          <p:nvPr/>
        </p:nvSpPr>
        <p:spPr>
          <a:xfrm>
            <a:off x="2422623" y="6129223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1</a:t>
            </a:r>
          </a:p>
        </p:txBody>
      </p:sp>
      <p:sp>
        <p:nvSpPr>
          <p:cNvPr id="59" name="Управляющая кнопка: настраиваемая 4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B619C96A-D40F-407C-8DBB-8ABCBEA98418}"/>
              </a:ext>
            </a:extLst>
          </p:cNvPr>
          <p:cNvSpPr/>
          <p:nvPr/>
        </p:nvSpPr>
        <p:spPr>
          <a:xfrm>
            <a:off x="8312079" y="6129223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11</a:t>
            </a:r>
          </a:p>
        </p:txBody>
      </p:sp>
      <p:sp>
        <p:nvSpPr>
          <p:cNvPr id="60" name="Управляющая кнопка: настраиваемая 48">
            <a:hlinkClick r:id="rId9" action="ppaction://hlinksldjump" highlightClick="1"/>
            <a:extLst>
              <a:ext uri="{FF2B5EF4-FFF2-40B4-BE49-F238E27FC236}">
                <a16:creationId xmlns:a16="http://schemas.microsoft.com/office/drawing/2014/main" id="{0BF6F4EE-7FA6-42B1-B94B-763A8AF3091F}"/>
              </a:ext>
            </a:extLst>
          </p:cNvPr>
          <p:cNvSpPr/>
          <p:nvPr/>
        </p:nvSpPr>
        <p:spPr>
          <a:xfrm>
            <a:off x="7717932" y="6122390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10</a:t>
            </a:r>
          </a:p>
        </p:txBody>
      </p:sp>
      <p:sp>
        <p:nvSpPr>
          <p:cNvPr id="61" name="Управляющая кнопка: настраиваемая 49">
            <a:hlinkClick r:id="rId9" action="ppaction://hlinksldjump" highlightClick="1"/>
            <a:extLst>
              <a:ext uri="{FF2B5EF4-FFF2-40B4-BE49-F238E27FC236}">
                <a16:creationId xmlns:a16="http://schemas.microsoft.com/office/drawing/2014/main" id="{C7E7B75A-E8F0-4DA4-8789-BC26E9E2A66D}"/>
              </a:ext>
            </a:extLst>
          </p:cNvPr>
          <p:cNvSpPr/>
          <p:nvPr/>
        </p:nvSpPr>
        <p:spPr>
          <a:xfrm>
            <a:off x="7145262" y="6120025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9</a:t>
            </a:r>
          </a:p>
        </p:txBody>
      </p:sp>
      <p:sp>
        <p:nvSpPr>
          <p:cNvPr id="62" name="Управляющая кнопка: настраиваемая 50">
            <a:hlinkClick r:id="rId10" action="ppaction://hlinksldjump" highlightClick="1"/>
            <a:extLst>
              <a:ext uri="{FF2B5EF4-FFF2-40B4-BE49-F238E27FC236}">
                <a16:creationId xmlns:a16="http://schemas.microsoft.com/office/drawing/2014/main" id="{B4F24648-0E43-4CFE-B1DF-6F9F07A01438}"/>
              </a:ext>
            </a:extLst>
          </p:cNvPr>
          <p:cNvSpPr/>
          <p:nvPr/>
        </p:nvSpPr>
        <p:spPr>
          <a:xfrm>
            <a:off x="5993568" y="6124350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7</a:t>
            </a:r>
          </a:p>
        </p:txBody>
      </p:sp>
      <p:sp>
        <p:nvSpPr>
          <p:cNvPr id="63" name="Управляющая кнопка: настраиваемая 51">
            <a:hlinkClick r:id="rId11" action="ppaction://hlinksldjump" highlightClick="1"/>
            <a:extLst>
              <a:ext uri="{FF2B5EF4-FFF2-40B4-BE49-F238E27FC236}">
                <a16:creationId xmlns:a16="http://schemas.microsoft.com/office/drawing/2014/main" id="{20D7BE49-D095-449F-B6DD-4713BFFF394D}"/>
              </a:ext>
            </a:extLst>
          </p:cNvPr>
          <p:cNvSpPr/>
          <p:nvPr/>
        </p:nvSpPr>
        <p:spPr>
          <a:xfrm>
            <a:off x="6572867" y="6120025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8</a:t>
            </a:r>
          </a:p>
        </p:txBody>
      </p:sp>
      <p:sp>
        <p:nvSpPr>
          <p:cNvPr id="64" name="Управляющая кнопка: настраиваемая 4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5A178AC3-1273-481B-9641-E481DD33D35B}"/>
              </a:ext>
            </a:extLst>
          </p:cNvPr>
          <p:cNvSpPr/>
          <p:nvPr/>
        </p:nvSpPr>
        <p:spPr>
          <a:xfrm>
            <a:off x="8884885" y="6128863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12</a:t>
            </a:r>
          </a:p>
        </p:txBody>
      </p:sp>
      <p:sp>
        <p:nvSpPr>
          <p:cNvPr id="65" name="Управляющая кнопка: настраиваемая 4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301A7F13-E730-4F66-89FB-A6DD0C3976A9}"/>
              </a:ext>
            </a:extLst>
          </p:cNvPr>
          <p:cNvSpPr/>
          <p:nvPr/>
        </p:nvSpPr>
        <p:spPr>
          <a:xfrm>
            <a:off x="9490482" y="6128863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13</a:t>
            </a:r>
          </a:p>
        </p:txBody>
      </p:sp>
      <p:pic>
        <p:nvPicPr>
          <p:cNvPr id="4098" name="Picture 2" descr="Нейролинк имени Элона Маска и его скрытая угроза | RefNews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8027" y="1229133"/>
            <a:ext cx="5053716" cy="4132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63284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Андрей\Desktop\1\Безымянный-1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29385"/>
            <a:ext cx="12192000" cy="982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370997" y="53226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73A259-9DF6-4466-AC6B-A0C74CBC384A}"/>
              </a:ext>
            </a:extLst>
          </p:cNvPr>
          <p:cNvSpPr txBox="1"/>
          <p:nvPr/>
        </p:nvSpPr>
        <p:spPr>
          <a:xfrm>
            <a:off x="3039346" y="214647"/>
            <a:ext cx="67313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Вызовы </a:t>
            </a:r>
            <a:r>
              <a:rPr lang="ru-RU" sz="20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и перспективы дальнейших исследований: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D4CC63B-D30F-4C23-AAFC-EDEF9B017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B917-4A67-459A-ADEA-E0250FA5C43E}" type="slidenum">
              <a:rPr lang="ru-RU" smtClean="0"/>
              <a:t>8</a:t>
            </a:fld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638721" y="1505675"/>
            <a:ext cx="5236971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>
                <a:latin typeface="Century Gothic" panose="020B0502020202020204" pitchFamily="34" charset="0"/>
              </a:rPr>
              <a:t>Несмотря на потенциал </a:t>
            </a:r>
            <a:r>
              <a:rPr lang="ru-RU" sz="2000" dirty="0" err="1">
                <a:latin typeface="Century Gothic" panose="020B0502020202020204" pitchFamily="34" charset="0"/>
              </a:rPr>
              <a:t>нейролинков</a:t>
            </a:r>
            <a:r>
              <a:rPr lang="ru-RU" sz="2000" dirty="0">
                <a:latin typeface="Century Gothic" panose="020B0502020202020204" pitchFamily="34" charset="0"/>
              </a:rPr>
              <a:t>, перед ними стоят вызовы, такие как разработка более эффективных методов вживления, обеспечение конфиденциальности и безопасности данных, а также создание более доступных устройств. Однако перспективы дальнейших исследований в этой области несомненно вдохновляют: новые технологии, методы и приложения, которые могут значительно улучшить качество жизни людей по всему миру.</a:t>
            </a:r>
            <a:endParaRPr lang="ru-RU" sz="2000" dirty="0"/>
          </a:p>
        </p:txBody>
      </p:sp>
      <p:sp>
        <p:nvSpPr>
          <p:cNvPr id="28" name="Управляющая кнопка: настраиваемая 31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D8DB7F51-E825-4DDA-BCD1-4FD14C9575F6}"/>
              </a:ext>
            </a:extLst>
          </p:cNvPr>
          <p:cNvSpPr/>
          <p:nvPr/>
        </p:nvSpPr>
        <p:spPr>
          <a:xfrm>
            <a:off x="1534704" y="6121227"/>
            <a:ext cx="9279682" cy="414284"/>
          </a:xfrm>
          <a:prstGeom prst="actionButtonBlank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Управляющая кнопка: в начало 32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6B84F468-C572-486D-815D-0E400FAD6F07}"/>
              </a:ext>
            </a:extLst>
          </p:cNvPr>
          <p:cNvSpPr/>
          <p:nvPr/>
        </p:nvSpPr>
        <p:spPr>
          <a:xfrm>
            <a:off x="1608667" y="6135972"/>
            <a:ext cx="274320" cy="219654"/>
          </a:xfrm>
          <a:prstGeom prst="actionButtonBeginning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Управляющая кнопка: назад 35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BF76B1C6-B583-41B9-94D5-D85536E5843A}"/>
              </a:ext>
            </a:extLst>
          </p:cNvPr>
          <p:cNvSpPr/>
          <p:nvPr/>
        </p:nvSpPr>
        <p:spPr>
          <a:xfrm>
            <a:off x="1953110" y="6138889"/>
            <a:ext cx="282059" cy="213456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Управляющая кнопка: настраиваемая 37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B070041F-2B14-4255-92AA-BC8557B53B5B}"/>
              </a:ext>
            </a:extLst>
          </p:cNvPr>
          <p:cNvSpPr/>
          <p:nvPr/>
        </p:nvSpPr>
        <p:spPr>
          <a:xfrm>
            <a:off x="2249372" y="6350222"/>
            <a:ext cx="3626320" cy="165503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solidFill>
                  <a:schemeClr val="bg1"/>
                </a:solidFill>
                <a:latin typeface="Century Gothic" panose="020B0502020202020204" pitchFamily="34" charset="0"/>
              </a:rPr>
              <a:t>Содержание</a:t>
            </a:r>
          </a:p>
        </p:txBody>
      </p:sp>
      <p:sp>
        <p:nvSpPr>
          <p:cNvPr id="33" name="Управляющая кнопка: настраиваемая 38">
            <a:hlinkClick r:id="" action="ppaction://hlinkshowjump?jump=endshow" highlightClick="1"/>
            <a:extLst>
              <a:ext uri="{FF2B5EF4-FFF2-40B4-BE49-F238E27FC236}">
                <a16:creationId xmlns:a16="http://schemas.microsoft.com/office/drawing/2014/main" id="{807592B6-2491-47BF-AC72-25EB648DDF38}"/>
              </a:ext>
            </a:extLst>
          </p:cNvPr>
          <p:cNvSpPr/>
          <p:nvPr/>
        </p:nvSpPr>
        <p:spPr>
          <a:xfrm>
            <a:off x="6553586" y="6350223"/>
            <a:ext cx="3626320" cy="165503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latin typeface="Century Gothic" panose="020B0502020202020204" pitchFamily="34" charset="0"/>
              </a:rPr>
              <a:t>Завершить показ</a:t>
            </a:r>
          </a:p>
        </p:txBody>
      </p:sp>
      <p:sp>
        <p:nvSpPr>
          <p:cNvPr id="34" name="Управляющая кнопка: далее 39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30846F8F-108F-489D-A138-DB0A3FE9D655}"/>
              </a:ext>
            </a:extLst>
          </p:cNvPr>
          <p:cNvSpPr/>
          <p:nvPr/>
        </p:nvSpPr>
        <p:spPr>
          <a:xfrm>
            <a:off x="10107082" y="6120025"/>
            <a:ext cx="274294" cy="203053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Управляющая кнопка: в конец 40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66E4960E-B274-4EC2-83CD-A79D4DF8C0FC}"/>
              </a:ext>
            </a:extLst>
          </p:cNvPr>
          <p:cNvSpPr/>
          <p:nvPr/>
        </p:nvSpPr>
        <p:spPr>
          <a:xfrm>
            <a:off x="10462734" y="6124648"/>
            <a:ext cx="275607" cy="208655"/>
          </a:xfrm>
          <a:prstGeom prst="actionButtonE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Управляющая кнопка: настраиваемая 41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2817B877-D285-4FCB-B561-043C95526418}"/>
              </a:ext>
            </a:extLst>
          </p:cNvPr>
          <p:cNvSpPr/>
          <p:nvPr/>
        </p:nvSpPr>
        <p:spPr>
          <a:xfrm>
            <a:off x="5368860" y="6126292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6</a:t>
            </a:r>
          </a:p>
        </p:txBody>
      </p:sp>
      <p:sp>
        <p:nvSpPr>
          <p:cNvPr id="49" name="Управляющая кнопка: настраиваемая 42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A10F7230-AAB4-4DE5-BF41-4C4BD94AEA8A}"/>
              </a:ext>
            </a:extLst>
          </p:cNvPr>
          <p:cNvSpPr/>
          <p:nvPr/>
        </p:nvSpPr>
        <p:spPr>
          <a:xfrm>
            <a:off x="4795773" y="6124350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5</a:t>
            </a:r>
          </a:p>
        </p:txBody>
      </p:sp>
      <p:sp>
        <p:nvSpPr>
          <p:cNvPr id="50" name="Управляющая кнопка: настраиваемая 43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13CA0AD4-1A33-4E9D-9DE3-5893017C559A}"/>
              </a:ext>
            </a:extLst>
          </p:cNvPr>
          <p:cNvSpPr/>
          <p:nvPr/>
        </p:nvSpPr>
        <p:spPr>
          <a:xfrm>
            <a:off x="4185540" y="6124350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4</a:t>
            </a:r>
          </a:p>
        </p:txBody>
      </p:sp>
      <p:sp>
        <p:nvSpPr>
          <p:cNvPr id="51" name="Управляющая кнопка: настраиваемая 44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33D873B3-41C0-4161-92E4-CC16438C4852}"/>
              </a:ext>
            </a:extLst>
          </p:cNvPr>
          <p:cNvSpPr/>
          <p:nvPr/>
        </p:nvSpPr>
        <p:spPr>
          <a:xfrm>
            <a:off x="3624731" y="6124350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3</a:t>
            </a:r>
          </a:p>
        </p:txBody>
      </p:sp>
      <p:sp>
        <p:nvSpPr>
          <p:cNvPr id="52" name="Управляющая кнопка: настраиваемая 45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F86093E9-DFF6-4755-AD86-86D7824A9669}"/>
              </a:ext>
            </a:extLst>
          </p:cNvPr>
          <p:cNvSpPr/>
          <p:nvPr/>
        </p:nvSpPr>
        <p:spPr>
          <a:xfrm>
            <a:off x="3019788" y="6124350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2</a:t>
            </a:r>
          </a:p>
        </p:txBody>
      </p:sp>
      <p:sp>
        <p:nvSpPr>
          <p:cNvPr id="53" name="Управляющая кнопка: настраиваемая 46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1F89CE63-7DD2-4568-9CAE-90F1A7B67266}"/>
              </a:ext>
            </a:extLst>
          </p:cNvPr>
          <p:cNvSpPr/>
          <p:nvPr/>
        </p:nvSpPr>
        <p:spPr>
          <a:xfrm>
            <a:off x="2422623" y="6129223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1</a:t>
            </a:r>
          </a:p>
        </p:txBody>
      </p:sp>
      <p:sp>
        <p:nvSpPr>
          <p:cNvPr id="54" name="Управляющая кнопка: настраиваемая 4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89209487-28C5-4BCA-BEA0-91F336DAC0DA}"/>
              </a:ext>
            </a:extLst>
          </p:cNvPr>
          <p:cNvSpPr/>
          <p:nvPr/>
        </p:nvSpPr>
        <p:spPr>
          <a:xfrm>
            <a:off x="8312079" y="6129223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11</a:t>
            </a:r>
          </a:p>
        </p:txBody>
      </p:sp>
      <p:sp>
        <p:nvSpPr>
          <p:cNvPr id="55" name="Управляющая кнопка: настраиваемая 48">
            <a:hlinkClick r:id="rId9" action="ppaction://hlinksldjump" highlightClick="1"/>
            <a:extLst>
              <a:ext uri="{FF2B5EF4-FFF2-40B4-BE49-F238E27FC236}">
                <a16:creationId xmlns:a16="http://schemas.microsoft.com/office/drawing/2014/main" id="{188BF408-FD46-4D61-893E-2A0A20033D72}"/>
              </a:ext>
            </a:extLst>
          </p:cNvPr>
          <p:cNvSpPr/>
          <p:nvPr/>
        </p:nvSpPr>
        <p:spPr>
          <a:xfrm>
            <a:off x="7717932" y="6122390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10</a:t>
            </a:r>
          </a:p>
        </p:txBody>
      </p:sp>
      <p:sp>
        <p:nvSpPr>
          <p:cNvPr id="56" name="Управляющая кнопка: настраиваемая 49">
            <a:hlinkClick r:id="rId9" action="ppaction://hlinksldjump" highlightClick="1"/>
            <a:extLst>
              <a:ext uri="{FF2B5EF4-FFF2-40B4-BE49-F238E27FC236}">
                <a16:creationId xmlns:a16="http://schemas.microsoft.com/office/drawing/2014/main" id="{DB34D71F-CFFC-47B1-A142-C33354145B73}"/>
              </a:ext>
            </a:extLst>
          </p:cNvPr>
          <p:cNvSpPr/>
          <p:nvPr/>
        </p:nvSpPr>
        <p:spPr>
          <a:xfrm>
            <a:off x="7145262" y="6120025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9</a:t>
            </a:r>
          </a:p>
        </p:txBody>
      </p:sp>
      <p:sp>
        <p:nvSpPr>
          <p:cNvPr id="57" name="Управляющая кнопка: настраиваемая 50">
            <a:hlinkClick r:id="rId10" action="ppaction://hlinksldjump" highlightClick="1"/>
            <a:extLst>
              <a:ext uri="{FF2B5EF4-FFF2-40B4-BE49-F238E27FC236}">
                <a16:creationId xmlns:a16="http://schemas.microsoft.com/office/drawing/2014/main" id="{91A65ABD-0609-4158-9845-83BC1AD39C46}"/>
              </a:ext>
            </a:extLst>
          </p:cNvPr>
          <p:cNvSpPr/>
          <p:nvPr/>
        </p:nvSpPr>
        <p:spPr>
          <a:xfrm>
            <a:off x="5993568" y="6124350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7</a:t>
            </a:r>
          </a:p>
        </p:txBody>
      </p:sp>
      <p:sp>
        <p:nvSpPr>
          <p:cNvPr id="58" name="Управляющая кнопка: настраиваемая 51">
            <a:hlinkClick r:id="rId11" action="ppaction://hlinksldjump" highlightClick="1"/>
            <a:extLst>
              <a:ext uri="{FF2B5EF4-FFF2-40B4-BE49-F238E27FC236}">
                <a16:creationId xmlns:a16="http://schemas.microsoft.com/office/drawing/2014/main" id="{ADB8A3BA-81AC-402D-8369-B4AB494B7002}"/>
              </a:ext>
            </a:extLst>
          </p:cNvPr>
          <p:cNvSpPr/>
          <p:nvPr/>
        </p:nvSpPr>
        <p:spPr>
          <a:xfrm>
            <a:off x="6572867" y="6120025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8</a:t>
            </a:r>
          </a:p>
        </p:txBody>
      </p:sp>
      <p:sp>
        <p:nvSpPr>
          <p:cNvPr id="59" name="Управляющая кнопка: настраиваемая 4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BCDB4189-9031-40EB-9828-3B0CFBE7AA4A}"/>
              </a:ext>
            </a:extLst>
          </p:cNvPr>
          <p:cNvSpPr/>
          <p:nvPr/>
        </p:nvSpPr>
        <p:spPr>
          <a:xfrm>
            <a:off x="8884885" y="6128863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12</a:t>
            </a:r>
          </a:p>
        </p:txBody>
      </p:sp>
      <p:sp>
        <p:nvSpPr>
          <p:cNvPr id="60" name="Управляющая кнопка: настраиваемая 4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A2929719-D19B-46EF-935D-37D4E81C7CA6}"/>
              </a:ext>
            </a:extLst>
          </p:cNvPr>
          <p:cNvSpPr/>
          <p:nvPr/>
        </p:nvSpPr>
        <p:spPr>
          <a:xfrm>
            <a:off x="9490482" y="6128863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13</a:t>
            </a:r>
          </a:p>
        </p:txBody>
      </p:sp>
      <p:pic>
        <p:nvPicPr>
          <p:cNvPr id="5122" name="Picture 2" descr="Чем опасно вживление чипа Neuralink в мозг человека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0591" y="1728914"/>
            <a:ext cx="5468588" cy="3645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32355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Андрей\Desktop\1\Безымянный-1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29385"/>
            <a:ext cx="12192000" cy="982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370997" y="53226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73A259-9DF6-4466-AC6B-A0C74CBC384A}"/>
              </a:ext>
            </a:extLst>
          </p:cNvPr>
          <p:cNvSpPr txBox="1"/>
          <p:nvPr/>
        </p:nvSpPr>
        <p:spPr>
          <a:xfrm>
            <a:off x="4795363" y="124481"/>
            <a:ext cx="30139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Заключение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D4CC63B-D30F-4C23-AAFC-EDEF9B017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B917-4A67-459A-ADEA-E0250FA5C43E}" type="slidenum">
              <a:rPr lang="ru-RU" smtClean="0"/>
              <a:t>9</a:t>
            </a:fld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641564" y="2935874"/>
            <a:ext cx="1090887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Century Gothic" panose="020B0502020202020204" pitchFamily="34" charset="0"/>
              </a:rPr>
              <a:t>В заключении хочется подчеркнуть, что </a:t>
            </a:r>
            <a:r>
              <a:rPr lang="ru-RU" dirty="0" err="1">
                <a:latin typeface="Century Gothic" panose="020B0502020202020204" pitchFamily="34" charset="0"/>
              </a:rPr>
              <a:t>нейролинки</a:t>
            </a:r>
            <a:r>
              <a:rPr lang="ru-RU" dirty="0">
                <a:latin typeface="Century Gothic" panose="020B0502020202020204" pitchFamily="34" charset="0"/>
              </a:rPr>
              <a:t> – это не просто технология, а инновационный шаг в развитии человечества. Они открывают перед нами новые горизонты возможностей и вызовов, и мы можем быть уверены, что их влияние на нашу жизнь будет огромным.</a:t>
            </a:r>
            <a:endParaRPr lang="ru-RU" dirty="0">
              <a:latin typeface="Century Gothic" panose="020B0502020202020204" pitchFamily="34" charset="0"/>
            </a:endParaRPr>
          </a:p>
        </p:txBody>
      </p:sp>
      <p:sp>
        <p:nvSpPr>
          <p:cNvPr id="32" name="Управляющая кнопка: настраиваемая 31">
            <a:hlinkClick r:id="" action="ppaction://noaction" highlightClick="1"/>
          </p:cNvPr>
          <p:cNvSpPr/>
          <p:nvPr/>
        </p:nvSpPr>
        <p:spPr>
          <a:xfrm>
            <a:off x="1534704" y="6121227"/>
            <a:ext cx="9279682" cy="414284"/>
          </a:xfrm>
          <a:prstGeom prst="actionButtonBlank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Управляющая кнопка: в начало 32">
            <a:hlinkClick r:id="" action="ppaction://hlinkshowjump?jump=firstslide" highlightClick="1"/>
          </p:cNvPr>
          <p:cNvSpPr/>
          <p:nvPr/>
        </p:nvSpPr>
        <p:spPr>
          <a:xfrm>
            <a:off x="1608667" y="6135972"/>
            <a:ext cx="274320" cy="219654"/>
          </a:xfrm>
          <a:prstGeom prst="actionButtonBeginning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Управляющая кнопка: назад 35">
            <a:hlinkClick r:id="" action="ppaction://hlinkshowjump?jump=previousslide" highlightClick="1"/>
          </p:cNvPr>
          <p:cNvSpPr/>
          <p:nvPr/>
        </p:nvSpPr>
        <p:spPr>
          <a:xfrm>
            <a:off x="1953110" y="6138889"/>
            <a:ext cx="282059" cy="213456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Управляющая кнопка: настраиваемая 37">
            <a:hlinkClick r:id="rId3" action="ppaction://hlinksldjump" highlightClick="1"/>
          </p:cNvPr>
          <p:cNvSpPr/>
          <p:nvPr/>
        </p:nvSpPr>
        <p:spPr>
          <a:xfrm>
            <a:off x="2249372" y="6350222"/>
            <a:ext cx="3626320" cy="165503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solidFill>
                  <a:schemeClr val="bg1"/>
                </a:solidFill>
                <a:latin typeface="Century Gothic" panose="020B0502020202020204" pitchFamily="34" charset="0"/>
              </a:rPr>
              <a:t>Содержание</a:t>
            </a:r>
          </a:p>
        </p:txBody>
      </p:sp>
      <p:sp>
        <p:nvSpPr>
          <p:cNvPr id="39" name="Управляющая кнопка: настраиваемая 38">
            <a:hlinkClick r:id="" action="ppaction://hlinkshowjump?jump=endshow" highlightClick="1"/>
          </p:cNvPr>
          <p:cNvSpPr/>
          <p:nvPr/>
        </p:nvSpPr>
        <p:spPr>
          <a:xfrm>
            <a:off x="6553586" y="6350223"/>
            <a:ext cx="3626320" cy="165503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latin typeface="Century Gothic" panose="020B0502020202020204" pitchFamily="34" charset="0"/>
              </a:rPr>
              <a:t>Завершить показ</a:t>
            </a:r>
          </a:p>
        </p:txBody>
      </p:sp>
      <p:sp>
        <p:nvSpPr>
          <p:cNvPr id="40" name="Управляющая кнопка: далее 39">
            <a:hlinkClick r:id="" action="ppaction://hlinkshowjump?jump=nextslide" highlightClick="1"/>
          </p:cNvPr>
          <p:cNvSpPr/>
          <p:nvPr/>
        </p:nvSpPr>
        <p:spPr>
          <a:xfrm>
            <a:off x="10107082" y="6120025"/>
            <a:ext cx="274294" cy="203053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Управляющая кнопка: в конец 40">
            <a:hlinkClick r:id="" action="ppaction://hlinkshowjump?jump=lastslide" highlightClick="1"/>
          </p:cNvPr>
          <p:cNvSpPr/>
          <p:nvPr/>
        </p:nvSpPr>
        <p:spPr>
          <a:xfrm>
            <a:off x="10462734" y="6124648"/>
            <a:ext cx="275607" cy="208655"/>
          </a:xfrm>
          <a:prstGeom prst="actionButtonE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Управляющая кнопка: настраиваемая 41">
            <a:hlinkClick r:id="rId4" action="ppaction://hlinksldjump" highlightClick="1"/>
          </p:cNvPr>
          <p:cNvSpPr/>
          <p:nvPr/>
        </p:nvSpPr>
        <p:spPr>
          <a:xfrm>
            <a:off x="5368860" y="6126292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6</a:t>
            </a:r>
          </a:p>
        </p:txBody>
      </p:sp>
      <p:sp>
        <p:nvSpPr>
          <p:cNvPr id="43" name="Управляющая кнопка: настраиваемая 42">
            <a:hlinkClick r:id="rId5" action="ppaction://hlinksldjump" highlightClick="1"/>
          </p:cNvPr>
          <p:cNvSpPr/>
          <p:nvPr/>
        </p:nvSpPr>
        <p:spPr>
          <a:xfrm>
            <a:off x="4795773" y="6124350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5</a:t>
            </a:r>
          </a:p>
        </p:txBody>
      </p:sp>
      <p:sp>
        <p:nvSpPr>
          <p:cNvPr id="44" name="Управляющая кнопка: настраиваемая 43">
            <a:hlinkClick r:id="rId6" action="ppaction://hlinksldjump" highlightClick="1"/>
          </p:cNvPr>
          <p:cNvSpPr/>
          <p:nvPr/>
        </p:nvSpPr>
        <p:spPr>
          <a:xfrm>
            <a:off x="4185540" y="6124350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4</a:t>
            </a:r>
          </a:p>
        </p:txBody>
      </p:sp>
      <p:sp>
        <p:nvSpPr>
          <p:cNvPr id="45" name="Управляющая кнопка: настраиваемая 44">
            <a:hlinkClick r:id="rId7" action="ppaction://hlinksldjump" highlightClick="1"/>
          </p:cNvPr>
          <p:cNvSpPr/>
          <p:nvPr/>
        </p:nvSpPr>
        <p:spPr>
          <a:xfrm>
            <a:off x="3624731" y="6124350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3</a:t>
            </a:r>
          </a:p>
        </p:txBody>
      </p:sp>
      <p:sp>
        <p:nvSpPr>
          <p:cNvPr id="46" name="Управляющая кнопка: настраиваемая 45">
            <a:hlinkClick r:id="rId3" action="ppaction://hlinksldjump" highlightClick="1"/>
          </p:cNvPr>
          <p:cNvSpPr/>
          <p:nvPr/>
        </p:nvSpPr>
        <p:spPr>
          <a:xfrm>
            <a:off x="3019788" y="6124350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2</a:t>
            </a:r>
          </a:p>
        </p:txBody>
      </p:sp>
      <p:sp>
        <p:nvSpPr>
          <p:cNvPr id="47" name="Управляющая кнопка: настраиваемая 46">
            <a:hlinkClick r:id="rId8" action="ppaction://hlinksldjump" highlightClick="1"/>
          </p:cNvPr>
          <p:cNvSpPr/>
          <p:nvPr/>
        </p:nvSpPr>
        <p:spPr>
          <a:xfrm>
            <a:off x="2422623" y="6129223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1</a:t>
            </a:r>
          </a:p>
        </p:txBody>
      </p:sp>
      <p:sp>
        <p:nvSpPr>
          <p:cNvPr id="48" name="Управляющая кнопка: настраиваемая 47">
            <a:hlinkClick r:id="" action="ppaction://noaction" highlightClick="1"/>
          </p:cNvPr>
          <p:cNvSpPr/>
          <p:nvPr/>
        </p:nvSpPr>
        <p:spPr>
          <a:xfrm>
            <a:off x="8312079" y="6129223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11</a:t>
            </a:r>
          </a:p>
        </p:txBody>
      </p:sp>
      <p:sp>
        <p:nvSpPr>
          <p:cNvPr id="49" name="Управляющая кнопка: настраиваемая 48">
            <a:hlinkClick r:id="rId9" action="ppaction://hlinksldjump" highlightClick="1"/>
          </p:cNvPr>
          <p:cNvSpPr/>
          <p:nvPr/>
        </p:nvSpPr>
        <p:spPr>
          <a:xfrm>
            <a:off x="7717932" y="6122390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10</a:t>
            </a:r>
          </a:p>
        </p:txBody>
      </p:sp>
      <p:sp>
        <p:nvSpPr>
          <p:cNvPr id="50" name="Управляющая кнопка: настраиваемая 49">
            <a:hlinkClick r:id="rId9" action="ppaction://hlinksldjump" highlightClick="1"/>
          </p:cNvPr>
          <p:cNvSpPr/>
          <p:nvPr/>
        </p:nvSpPr>
        <p:spPr>
          <a:xfrm>
            <a:off x="7145262" y="6120025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9</a:t>
            </a:r>
          </a:p>
        </p:txBody>
      </p:sp>
      <p:sp>
        <p:nvSpPr>
          <p:cNvPr id="51" name="Управляющая кнопка: настраиваемая 50">
            <a:hlinkClick r:id="rId10" action="ppaction://hlinksldjump" highlightClick="1"/>
          </p:cNvPr>
          <p:cNvSpPr/>
          <p:nvPr/>
        </p:nvSpPr>
        <p:spPr>
          <a:xfrm>
            <a:off x="5993568" y="6124350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7</a:t>
            </a:r>
          </a:p>
        </p:txBody>
      </p:sp>
      <p:sp>
        <p:nvSpPr>
          <p:cNvPr id="52" name="Управляющая кнопка: настраиваемая 51">
            <a:hlinkClick r:id="rId11" action="ppaction://hlinksldjump" highlightClick="1"/>
          </p:cNvPr>
          <p:cNvSpPr/>
          <p:nvPr/>
        </p:nvSpPr>
        <p:spPr>
          <a:xfrm>
            <a:off x="6572867" y="6120025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8</a:t>
            </a:r>
          </a:p>
        </p:txBody>
      </p:sp>
      <p:sp>
        <p:nvSpPr>
          <p:cNvPr id="26" name="Управляющая кнопка: настраиваемая 4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08000441-9762-445B-A51D-B2FAAFA992B8}"/>
              </a:ext>
            </a:extLst>
          </p:cNvPr>
          <p:cNvSpPr/>
          <p:nvPr/>
        </p:nvSpPr>
        <p:spPr>
          <a:xfrm>
            <a:off x="8884885" y="6128863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12</a:t>
            </a:r>
          </a:p>
        </p:txBody>
      </p:sp>
      <p:sp>
        <p:nvSpPr>
          <p:cNvPr id="27" name="Управляющая кнопка: настраиваемая 4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B659718B-EE0A-4F4E-BBF0-A4DAF1FC8669}"/>
              </a:ext>
            </a:extLst>
          </p:cNvPr>
          <p:cNvSpPr/>
          <p:nvPr/>
        </p:nvSpPr>
        <p:spPr>
          <a:xfrm>
            <a:off x="9490482" y="6128863"/>
            <a:ext cx="411443" cy="199506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09311981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2520</TotalTime>
  <Words>618</Words>
  <Application>Microsoft Office PowerPoint</Application>
  <PresentationFormat>Широкоэкранный</PresentationFormat>
  <Paragraphs>189</Paragraphs>
  <Slides>9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Century Gothic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Alena Kalyuzhnaya</dc:creator>
  <cp:lastModifiedBy>Павел Зозин</cp:lastModifiedBy>
  <cp:revision>172</cp:revision>
  <cp:lastPrinted>2017-06-22T16:10:04Z</cp:lastPrinted>
  <dcterms:created xsi:type="dcterms:W3CDTF">2017-06-16T14:15:23Z</dcterms:created>
  <dcterms:modified xsi:type="dcterms:W3CDTF">2024-05-13T10:36:19Z</dcterms:modified>
</cp:coreProperties>
</file>