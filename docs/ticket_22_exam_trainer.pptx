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202B"/>
          </a:solidFill>
          <a:ln w="12700">
            <a:solidFill>
              <a:srgbClr val="1820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A"/>
                </a:solidFill>
              </a:rPr>
              <a:t>Билет №22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Презентация-тренажер для устного госэкзамена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DAE6"/>
                </a:solidFill>
              </a:rPr>
              <a:t>Конспект → вопрос без подсказок → проверка → исправление → следующий блок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D84040"/>
          </a:solidFill>
          <a:ln w="12700">
            <a:solidFill>
              <a:srgbClr val="D8404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946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RGB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4946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CMYK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7657D6"/>
          </a:solidFill>
          <a:ln w="12700">
            <a:solidFill>
              <a:srgbClr val="7657D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946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4800600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E6A23A"/>
          </a:solidFill>
          <a:ln w="12700">
            <a:solidFill>
              <a:srgbClr val="E6A23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4946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O(n²)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МЕТОДИКА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заниматься по этой презентации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слайде «вопрос» не подглядывай: ответь вслух 1-3 минуты.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слайде «проверка» сравни не дословность, а полноту: определение, причина, пример, сравнение.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пропустил пункт, проговори правильную фразу сразу вслух.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каждого раздела сделай мини-ответ целиком, как перед комиссией.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Финальный блок - полный пробный экзамен без конспекта.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КАРТА БИЛЕТА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Три вопроса нужно держать как три самостоятельных рассказа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Графическое изображение и цветовые модели: растр/вектор, RGB, CMY, CMYK, HSV.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Юзабилити WEB-приложений: понятие, характеристики, тестирование, этапы, метрики.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Сортировка массивов: критерии алгоритмов, вставками, выбором, обменом, сравнение.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Формула устного ответа: определение → принцип → пример → достоинства/ограничения → вывод.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202B"/>
          </a:solidFill>
          <a:ln w="12700">
            <a:solidFill>
              <a:srgbClr val="1820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B8"/>
                </a:solidFill>
              </a:rPr>
              <a:t>ВОПРОС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Графическое изображение и цветовые модели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9D1DD"/>
                </a:solidFill>
              </a:rPr>
              <a:t>Нужно объяснить цифровую графику, отличие экранного и печатного цвета, а затем уверенно сравнить RGB, CMY, CMYK и HSV.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5897880"/>
            <a:ext cx="2194560" cy="73152"/>
          </a:xfrm>
          <a:prstGeom prst="roundRect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СКЕЛЕТ ОТВЕТА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 1 держится на цепочке «графика → модель цвета → применение»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Графическое изображение - цифровое представление визуальной информации.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Растровая графика состоит из пикселей; векторная - из математических объектов.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Цветовая модель - способ описывать цвет числами.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- аддитивная модель для экранов: цвет получается сложением света.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CMY/CMYK - субтрактивные модели для печати: краски поглощают свет.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HSV - модели, удобные человеку: тон, насыщенность, яркость.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графическое изображение в компьютерной графике?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Дай определение.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Назови, в какой форме оно хранится в компьютере.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Перечисли основные способы представления графики.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Приведи 2-3 примера графических изображений.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Графическое изображение - это цифровое представление визуальной информации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может быть фотография, рисунок, схема, диаграмма, интерфейсный элемент.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компьютере изображение хранится как набор чисел: цвет, яркость, координаты, форма и другие свойства.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виды: растровая, векторная, фрактальная, трехмерная графика.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экзамена достаточно уверенно раскрыть растр и вектор, потому что они чаще всего используются в WEB и дизайне.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Чем растровая графика отличается от векторной?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Объясни, из чего состоит каждая.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примеры форматов.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 масштабирование, размер файла и область применения.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Скажи, что лучше для фотографии, а что для логотипа.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Растр хорош для фотографий, вектор - для масштабируемых объектов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394960" cy="4617720"/>
          </a:xfrm>
          <a:prstGeom prst="roundRect">
            <a:avLst>
              <a:gd name="adj" fmla="val 990"/>
            </a:avLst>
          </a:prstGeom>
          <a:solidFill>
            <a:srgbClr val="FFFDF8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691640"/>
            <a:ext cx="5257800" cy="4617720"/>
          </a:xfrm>
          <a:prstGeom prst="roundRect">
            <a:avLst>
              <a:gd name="adj" fmla="val 990"/>
            </a:avLst>
          </a:prstGeom>
          <a:solidFill>
            <a:srgbClr val="FFFDF8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01952"/>
            <a:ext cx="489204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Растровая графика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901952"/>
            <a:ext cx="470916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Векторная графика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475488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Состоит из пикселей.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Форматы: JPG, PNG, GIF, BMP, TIFF, WebP.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Хорошо передает фото, тени, плавные переходы.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увеличении появляется пикселизация.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Размер зависит от разрешения, глубины цвета и сжатия.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461772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Описывается точками, линиями, кривыми, многоугольниками.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Форматы: SVG, AI, CDR, EPS, PDF с векторными элементами.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Масштабируется без потери качества.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Удобна для логотипов, схем, иконок.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Плохо подходит для сложных фотографий.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цветовая модель и зачем она нужна?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Дай определение.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Приведи пример на RGB.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Назови, где цветовые модели используются.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Объясни, почему экран и бумага требуют разных моделей.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Цветовая модель описывает цвет набором числовых компонентов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Например, RGB задает цвет через R, G и B: красный, зеленый и синий каналы.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Цветовые модели нужны для вывода на экран, печати, обработки, хранения и передачи изображений.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Экран сам излучает свет, поэтому ему подходит аддитивная модель RGB.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Бумага отражает свет, а краски поглощают часть спектра, поэтому в печати нужны субтрактивные модели CMY/CMYK.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RGB называют аддитивной моделью?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Раскрой идею сложения света.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дают RGB(0,0,0) и RGB(255,255,255)?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Где используется RGB?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несколько RGB-примеров цветов.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RGB: цвет получается сложением красного, зеленого и синего света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649224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- аддитивная модель: чем больше света добавляется, тем светлее итоговый цвет.</a:t>
            </a:r>
            <a:endParaRPr lang="en-US" sz="1650" dirty="0"/>
          </a:p>
          <a:p>
            <a:r>
              <a:rPr lang="en-US" sz="16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Черный: RGB(0, 0, 0) - отсутствие света.</a:t>
            </a:r>
            <a:endParaRPr lang="en-US" sz="1650" dirty="0"/>
          </a:p>
          <a:p>
            <a:r>
              <a:rPr lang="en-US" sz="16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Белый: RGB(255, 255, 255) - максимум всех трех каналов.</a:t>
            </a:r>
            <a:endParaRPr lang="en-US" sz="1650" dirty="0"/>
          </a:p>
          <a:p>
            <a:r>
              <a:rPr lang="en-US" sz="16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Используется в мониторах, смартфонах, телевизорах, проекторах, WEB-интерфейсах.</a:t>
            </a:r>
            <a:endParaRPr lang="en-US" sz="1650" dirty="0"/>
          </a:p>
          <a:p>
            <a:r>
              <a:rPr lang="en-US" sz="16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Минус: экранный RGB не всегда точно совпадает с печатным цветом и зависит от устройства.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818120" y="1828800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D84040"/>
          </a:solidFill>
          <a:ln w="12700">
            <a:solidFill>
              <a:srgbClr val="D8404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450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</a:rPr>
              <a:t>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0" y="1828800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238B45"/>
          </a:solidFill>
          <a:ln w="12700">
            <a:solidFill>
              <a:srgbClr val="238B4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0" y="2450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</a:rPr>
              <a:t>Green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69880" y="1828800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326BFF"/>
          </a:solidFill>
          <a:ln w="12700">
            <a:solidFill>
              <a:srgbClr val="32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69880" y="2450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</a:rPr>
              <a:t>Blue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18120" y="3246120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E5B800"/>
          </a:solidFill>
          <a:ln w="12700">
            <a:solidFill>
              <a:srgbClr val="E5B8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</a:rPr>
              <a:t>Yellow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0" y="3246120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</a:rPr>
              <a:t>Cyan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469880" y="3246120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C13AA5"/>
          </a:solidFill>
          <a:ln w="12700">
            <a:solidFill>
              <a:srgbClr val="C13AA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988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</a:rPr>
              <a:t>Magenta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58200" y="4736592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5358384"/>
            <a:ext cx="1024128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738360" y="4736592"/>
            <a:ext cx="1024128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5358384"/>
            <a:ext cx="1024128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3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CMY и почему это субтрактивная модель?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компоненты C, M, Y.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Объясни, что краска делает со светом.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CMY связана с RGB?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одной CMY недостаточно для качественной печати?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CMY описывает печать через поглощение части белого света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- Cyan, голубой; M - Magenta, пурпурный; Y - Yellow, желтый.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Субтрактивная модель: краски не излучают свет, а поглощают часть падающего света.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Упрощенная связь при нормировке от 0 до 1: C = 1 - R, M = 1 - G, Y = 1 - B.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CMY(0,0,0) - белый цвет бумаги без краски; CMY(1,1,1) теоретически должен быть черным.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практике смешение C, M и Y дает грязно-темный оттенок, поэтому нужен CMYK.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3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в CMYK добавляют канал K?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Расшифруй CMYK.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K, а не B?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практические причины отдельного черного канала.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Где используется CMYK?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CMYK = CMY + отдельный черный канал для качественной печати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- Key color, обычно черный; буква B не используется, чтобы не путать с Blue из RGB.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Черный канал дает глубокий и чистый черный цвет.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Он экономит цветные чернила и повышает четкость текста и мелких деталей.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Он уменьшает риск размытия при смешении трех красок.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CMYK используется в типографиях, печатной рекламе, журналах, буклетах, упаковке и макетах для печати.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RGB и CMYK нужно сравнить уверенно и быстро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8136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38404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Признак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RGB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CMYK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Тип модели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Аддитивная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Субтрактивная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Основа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Свет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Краска / пигмент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Где используется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Экраны, WEB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Печать, полиграфия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Черный цвет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Отсутствие света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Черная краска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Белый цвет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Максимум света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Бумага без краски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Компоненты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Red, Green, Blue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Cyan, Magenta, Yellow, Key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HSV и чем эта модель удобнее RGB?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Расшифруй H, S, V.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 тон, насыщенность и яркость.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значения цветового круга: 0°, 60°, 120°, 180°, 240°, 300°.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Скажи, почему человеку удобнее выбирать цвет в HSV.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HSV ближе к человеческому восприятию цвета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HSV: Hue - тон, Saturation - насыщенность, Value - яркость.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HSV также встречается как HSB: Hue - тон, Saturation - насыщенность, Brightness - яркость.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Тон H задается углом: 0° красный, 60° желтый, 120° зеленый, 180° cyan, 240° синий, 300° magenta.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0 дает оттенок серого; V = 0 дает черный.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графических редакторах проще менять «оттенок», «насыщенность» и «яркость», чем напрямую подбирать R, G и B.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преподаватель уточнит HSB: скажи, что это близкое название модели HSV, где Brightness по смыслу соответствует яркости.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МИНИ-ЭКЗАМЕН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Проговори весь первый вопрос за 8-12 минут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Начни с графического изображения.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 растр и вектор.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 цветовые модели.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Раскрой RGB, CMY, CMYK, HSV.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Заверши сравнением: экран против печати.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КАРКАС ОТВЕТА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 первого вопроса: цифровая графика + разные способы описания цвета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Графическое изображение - цифровое представление визуальной информации; бывает растровым и векторным.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Растр состоит из пикселей и подходит для фотографий; вектор состоит из математических объектов и масштабируется без потери качества.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- аддитивная модель для устройств, которые излучают свет.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CMY/CMYK - субтрактивные модели для печати, где краски поглощают часть света.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CMYK добавляет K для чистого черного, экономии чернил и четкости.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HSV описывает цвет через тон, насыщенность и яркость, поэтому удобна человеку.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7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ДОП. ВОПРОСЫ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Потренируй уточняющие вопросы по цветовым моделям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при переводе RGB в CMYK цвет может измениться?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такое глубина цвета?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RGB(255,255,255) - белый, а CMY(0,0,0) - тоже белый?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CMYK лучше CMY на практике?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Чем насыщенность отличается от цветности?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вектор не пикселизуется при увеличении?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202B"/>
          </a:solidFill>
          <a:ln w="12700">
            <a:solidFill>
              <a:srgbClr val="1820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57D6"/>
                </a:solidFill>
              </a:rPr>
              <a:t>ВОПРОС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Юзабилити и тестирование WEB-приложений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9D1DD"/>
                </a:solidFill>
              </a:rPr>
              <a:t>Нужно показать, что юзабилити - это не «красивость», а удобство достижения целей пользователем, которое проверяется на реальных сценариях.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5897880"/>
            <a:ext cx="2194560" cy="73152"/>
          </a:xfrm>
          <a:prstGeom prst="roundRect">
            <a:avLst/>
          </a:prstGeom>
          <a:solidFill>
            <a:srgbClr val="7657D6"/>
          </a:solidFill>
          <a:ln w="12700">
            <a:solidFill>
              <a:srgbClr val="7657D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СКЕЛЕТ ОТВЕТА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 2 держится на логике «удобство → проверка → улучшение»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Юзабилити - степень удобства, понятности и эффективности использования системы.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Хороший интерфейс помогает пользователю быстро достичь цели и исправить ошибки.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Юзабилити-тестирование проверяет интерфейс на реальных или потенциальных пользователях.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Этапы: цель → аудитория → сценарии → прототип → участники → материалы → проведение → анализ → отчет → исправления → повтор.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Метрики: success rate, time on task, error rate, количество кликов, удовлетворенность, SUS, conversion rate.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юзабилити простыми и академическими словами?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Дай определение.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Скажи, что значит хорошее юзабилити для пользователя.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это особенно важно для WEB-приложений?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4-5 признаков удобного интерфейса.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Юзабилити - удобство достижения цели пользователем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Академически: степень удобства, понятности и эффективности использования системы пользователем для достижения его целей.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Просто: насколько легко человеку пользоваться сайтом или WEB-приложением.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понимает, что происходит, быстро находит функцию, редко ошибается и легко исправляет ошибки.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WEB важно: если интерфейс неудобен, пользователь быстро уйдет к конкуренту.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Какие характеристики юзабилити нужно назвать?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эффективность и производительность.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 понятность и запоминаемость.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Скажи про ошибки и удовлетворенность.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Приведи пример для формы или кнопки.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Юзабилити оценивают через эффективность, скорость, понятность, ошибки и удовлетворенность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Эффективность: пользователь может достичь цели.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Производительность: достигает цели быстро и с минимальным количеством действий.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Понятность: интерфейс можно понять без долгого обучения.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Запоминаемость: после перерыва пользователь снова легко ориентируется.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Ошибки: система помогает избегать ошибок и понятно объясняет исправление.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Удовлетворенность: пользователю субъективно комфортно работать с приложением.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юзабилити-тестирование?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Дай определение.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Кого привлекают к тесту?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делают участники?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наблюдает исследователь?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значит фраза «тестируют интерфейс, а не пользователя»?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Юзабилити-тестирование выявляет проблемы интерфейса через реальные задачи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Реальные или потенциальные пользователи выполняют типичные задачи в WEB-приложении.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 наблюдает за действиями, трудностями, ошибками, паузами и комментариями.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- найти места, которые мешают пользователю эффективно достигать целей.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пользователь не нашел кнопку, это не «плохой пользователь», а сигнал о проблеме интерфейса.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Тестировать можно регистрацию, поиск, формы, корзину, личный кабинет, оплату, мобильную версию, фильтры.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Какие виды юзабилити-тестирования бывают?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Модерируемое и немодерируемое.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Очное и удаленное.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Количественное и качественное.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плюсы и минусы хотя бы двух видов.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Виды тестирования отличаются присутствием модератора, форматом и типом данных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394960" cy="4617720"/>
          </a:xfrm>
          <a:prstGeom prst="roundRect">
            <a:avLst>
              <a:gd name="adj" fmla="val 990"/>
            </a:avLst>
          </a:prstGeom>
          <a:solidFill>
            <a:srgbClr val="FFFDF8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691640"/>
            <a:ext cx="5257800" cy="4617720"/>
          </a:xfrm>
          <a:prstGeom prst="roundRect">
            <a:avLst>
              <a:gd name="adj" fmla="val 990"/>
            </a:avLst>
          </a:prstGeom>
          <a:solidFill>
            <a:srgbClr val="FFFDF8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01952"/>
            <a:ext cx="489204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Модерируемое / качественное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901952"/>
            <a:ext cx="470916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Немодерируемое / количественное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475488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Модератор присутствует, дает задания и задает вопросы.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глубже понять причины поведения.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 think aloud: пользователь проговаривает мысли.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Минус: дороже и дольше, модератор может влиять на поведение.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461772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выполняет задания самостоятельно.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быстрее собрать данные на большем числе людей.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Метрики: время, успех, ошибки, клики, оценки.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Минус: сложнее понять причины без уточняющих вопросов.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Перечисли этапы юзабилити-тестирования WEB-приложения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Попробуй без подсказки назвать все этапы по порядку.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Объясни, зачем нужен каждый этап.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Особенно не забудь: сценарии не должны подсказывать путь.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конце скажи про повторное тестирование.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Этапы: цель → аудитория → сценарии → прототип → участники → материалы → проведение → анализ → отчет → исправления → повтор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Постановка целей: что именно проверяем.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Определение целевой аудитории: кто реальные пользователи.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Выбор сценариев и задач: задача описывает цель, а не кнопки.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Подготовка прототипа или рабочей версии.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Подбор участников, похожих на реальную аудиторию.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Подготовка материалов: анкеты, аккаунты, данные, инструкции, запись.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Проведение теста без подсказок.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Анализ данных: успех, время, ошибки, повторяющиеся проблемы.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Отчет с приоритетами и рекомендациями.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Исправления и повторное тестирование.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отличить хорошее тестовое задание от плохого?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Сформулируй плохой пример.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Сформулируй хороший пример.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Объясни, почему нельзя подсказывать кнопки.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Скажи, что должно быть реалистичным.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Хорошее задание описывает цель пользователя, а не маршрут по интерфейсу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Плохо: «Нажмите кнопку Фильтр, выберите Ноутбуки и нажмите Применить». Это подсказывает путь.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Хорошо: «Вы хотите купить ноутбук для учебы до 70 000 рублей. Найдите вариант и добавьте в корзину».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Так исследователь видит, как пользователь сам понимает навигацию, фильтры, карточки и корзину.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Сценарий должен быть реалистичным для целевой аудитории.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Какие метрики и частые проблемы юзабилити нужно назвать?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хотя бы 5 метрик.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хотя бы 6 типичных проблем WEB-приложений.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Отдельно вспомни мобильную версию, скорость и ошибки форм.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Метрики показывают, где пользователь теряет время, ошибается или не доходит до цели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394960" cy="4617720"/>
          </a:xfrm>
          <a:prstGeom prst="roundRect">
            <a:avLst>
              <a:gd name="adj" fmla="val 990"/>
            </a:avLst>
          </a:prstGeom>
          <a:solidFill>
            <a:srgbClr val="FFFDF8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691640"/>
            <a:ext cx="5257800" cy="4617720"/>
          </a:xfrm>
          <a:prstGeom prst="roundRect">
            <a:avLst>
              <a:gd name="adj" fmla="val 990"/>
            </a:avLst>
          </a:prstGeom>
          <a:solidFill>
            <a:srgbClr val="FFFDF8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01952"/>
            <a:ext cx="489204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901952"/>
            <a:ext cx="470916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Частые проблемы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475488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rate - процент успешных задач.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on task - время выполнения.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rate - количество ошибок.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clicks - количество действий.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satisfaction - оценка после задачи.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 - стандартизированная анкета.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- доля целевых действий.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461772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Непонятная навигация.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Перегруженные формы.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обратной связи после действия.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Мелкие кнопки на мобильном.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Плохие сообщения об ошибках.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Низкая скорость загрузки.</a:t>
            </a:r>
            <a:endParaRPr lang="en-US" sz="1530" dirty="0"/>
          </a:p>
          <a:p>
            <a:r>
              <a:rPr lang="en-US" sz="153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Плохой контраст и отсутствие адаптивности.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МИНИ-ЭКЗАМЕН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Проговори весь второй вопрос за 8-12 минут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Начни с определения юзабилити.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характеристики.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 юзабилити-тестирование.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Подробно пройди этапы.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Заверши метриками и примерами проблем WEB-приложений.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КАРКАС ОТВЕТА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 второго вопроса: юзабилити проверяют через реальные пользовательские задачи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Юзабилити - удобство, понятность и эффективность использования WEB-приложения.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Оно включает эффективность, скорость, понятность, запоминаемость, ошибки и удовлетворенность.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Юзабилити-тестирование - наблюдение за реальными пользователями, выполняющими типичные задачи.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Главные этапы: цель, аудитория, сценарии, прототип, участники, материалы, проведение, анализ, отчет, исправления, повтор.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WEB особенно важны навигация, формы, адаптивность, скорость, сообщения об ошибках и понятность сценариев.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7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ДОП. ВОПРОСЫ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Потренируй уточняющие вопросы по юзабилити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Чем UX отличается от usability?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нельзя просто спросить пользователя, нравится ли ему сайт?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Сколько пользователей нужно для качественного тестирования?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такое A/B-тестирование?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Чем юзабилити-тестирование отличается от функционального тестирования?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тестовое задание не должно подсказывать кнопки?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202B"/>
          </a:solidFill>
          <a:ln w="12700">
            <a:solidFill>
              <a:srgbClr val="1820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A"/>
                </a:solidFill>
              </a:rPr>
              <a:t>ВОПРОС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Сортировка массивов: вставками, выбором, обменом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9D1DD"/>
                </a:solidFill>
              </a:rPr>
              <a:t>Нужно объяснить смысл сортировки, критерии оценки алгоритмов и простые методы со сложностями, устойчивостью и применением.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5897880"/>
            <a:ext cx="2194560" cy="73152"/>
          </a:xfrm>
          <a:prstGeom prst="roundRect">
            <a:avLst/>
          </a:prstGeom>
          <a:solidFill>
            <a:srgbClr val="E6A23A"/>
          </a:solidFill>
          <a:ln w="12700">
            <a:solidFill>
              <a:srgbClr val="E6A23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СКЕЛЕТ ОТВЕТА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 3 держится на идеях алгоритмов и таблице свойств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Сортировка массива - упорядочивание элементов по заданному критерию.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Критерии алгоритмов: время, память, устойчивость, сортировка на месте, адаптивность.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Вставками: вставляем очередной элемент в отсортированную часть.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Выбором: ищем минимум в неотсортированной части и ставим вперед.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Обменом / пузырьковая: сравниваем соседей и меняем при неправильном порядке.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Все три простые сортировки в среднем имеют O(n²), но отличаются лучшим случаем, устойчивостью и количеством обменов.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44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сортировка массива и по каким критериям сравнивают алгоритмы?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Дай определение сортировки.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примеры критериев: возрастание, убывание, алфавит, дата.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 временную и пространственную сложность.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Скажи про устойчивость, сортировку на месте и адаптивность.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45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Алгоритм сортировки оценивают не только по результату, но и по стоимости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Сортировка - упорядочивание элементов массива по заданному критерию.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Временная сложность показывает, как растет время работы: O(n), O(n log n), O(n²).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Пространственная сложность показывает дополнительную память; простые сортировки обычно O(1).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Устойчивость: равные элементы сохраняют исходный относительный порядок.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Сортировка на месте: не нужен второй массив такого же размера.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Адаптивность: алгоритм быстрее работает на уже частично отсортированных данных.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46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работает сортировка вставками?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 аналогию с картами в руке.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какие две части делится массив?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происходит с очередным элементом?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лучший, средний и худший случай.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Скажи, устойчива ли она и адаптивна ли.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47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Сортировка вставками вставляет элемент в уже отсортированную левую часть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Левая часть массива считается отсортированной, правая еще не обработана.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Берем очередной элемент key и сдвигаем большие элементы вправо.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Вставляем key на освободившееся правильное место.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Лучший случай: O(n), если массив уже отсортирован.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Средний и худший случаи: O(n²); худший - обратный порядок.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Память O(1), устойчивая, адаптивная, хороша для маленьких и почти отсортированных массивов.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ПСЕВДОКОД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Сортировка вставками: запомни принцип сдвига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10469880" cy="4572000"/>
          </a:xfrm>
          <a:prstGeom prst="roundRect">
            <a:avLst>
              <a:gd name="adj" fmla="val 1000"/>
            </a:avLst>
          </a:prstGeom>
          <a:solidFill>
            <a:srgbClr val="1F2630"/>
          </a:solidFill>
          <a:ln w="12700">
            <a:solidFill>
              <a:srgbClr val="1F263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1001268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from 1 to n - 1: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key = a[i]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j = i - 1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while j &gt;= 0 and a[j] &gt; key: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a[j + 1] = a[j]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j = j - 1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a[j + 1] = key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49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работает сортировка выбором?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Какая главная операция?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происходит с минимальным элементом?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она всегда O(n²)?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Устойчива ли она?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Когда может быть полезна?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50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Сортировка выбором каждый раз выбирает минимум из неотсортированной части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Находим минимальный элемент в оставшейся части массива.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Меняем его с первым элементом этой части.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Затем повторяем для следующей позиции.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Лучший, средний и худший случаи: O(n²), потому что минимум ищется даже в уже отсортированном массиве.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Память O(1), сортирует на месте.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Обычно неустойчивая из-за обменов, зато делает мало обменов: не больше n - 1.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51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ПСЕВДОКОД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Сортировка выбором: минимум ставится на текущую позицию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10469880" cy="4572000"/>
          </a:xfrm>
          <a:prstGeom prst="roundRect">
            <a:avLst>
              <a:gd name="adj" fmla="val 1000"/>
            </a:avLst>
          </a:prstGeom>
          <a:solidFill>
            <a:srgbClr val="1F2630"/>
          </a:solidFill>
          <a:ln w="12700">
            <a:solidFill>
              <a:srgbClr val="1F263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1001268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from 0 to n - 2: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minIndex = i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for j from i + 1 to n - 1: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if a[j] &lt; a[minIndex]: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minIndex = j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swap a[i] and a[minIndex]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52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работает сортировка обменом / пузырьковая сортировка?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Какие элементы сравниваются?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Когда происходит обмен?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оказывается в конце после первого прохода?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Зачем нужна переменная swapped?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сложности и свойства.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53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Пузырьковая сортировка меняет соседние элементы, пока порядок не станет правильным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Сравниваются соседние элементы a[j] и a[j + 1].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левый больше правого, они меняются местами.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первого прохода максимальный элемент оказывается в конце.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Оптимизация swapped позволяет остановиться, если за проход не было обменов.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Лучший случай с swapped: O(n); средний и худший: O(n²).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Память O(1), устойчивая при обмене только по строгому &gt;, в основном учебная.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54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5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ПСЕВДОКОД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Пузырьковая сортировка: соседние обмены и ранняя остановка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10469880" cy="4572000"/>
          </a:xfrm>
          <a:prstGeom prst="roundRect">
            <a:avLst>
              <a:gd name="adj" fmla="val 1000"/>
            </a:avLst>
          </a:prstGeom>
          <a:solidFill>
            <a:srgbClr val="1F2630"/>
          </a:solidFill>
          <a:ln w="12700">
            <a:solidFill>
              <a:srgbClr val="1F263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1001268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from 0 to n - 2: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swapped = false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for j from 0 to n - 2 - i: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if a[j] &gt; a[j + 1]: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swap a[j] and a[j + 1]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swapped = true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swapped == false: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break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55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Пройди пример массива [5, 2, 4, 6, 1, 3]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вставок: куда вставляются 2, 4, 1, 3?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выбора: какие минимумы находятся по шагам?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пузырька: что произойдет за первый проход?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заучивай все перестановки - объясняй принцип.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56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 примере важнее показать ход мысли, чем заучить каждую перестановку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Вставками: [5] → вставить 2 перед 5 → вставить 4 между 2 и 5 → 6 остается → 1 в начало → 3 между 2 и 4.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Выбором: минимум 1 меняется с 5; затем 2 уже на месте; затем 3 меняется с 4; затем 4 меняется с 6.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Пузырек, первый проход: 5 меняется с 2, затем с 4; 6 меняется с 1 и 3; максимум 6 уходит в конец.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Комиссии важны принцип, сложность и свойства, а не механическое перечисление всех промежуточных массивов.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57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Сравнительная таблица простых сортировок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81360" cy="4480560"/>
        </p:xfrm>
        <a:graphic>
          <a:graphicData uri="http://schemas.openxmlformats.org/drawingml/2006/table">
            <a:tbl>
              <a:tblPr/>
              <a:tblGrid>
                <a:gridCol w="2057400"/>
                <a:gridCol w="1234440"/>
                <a:gridCol w="1234440"/>
                <a:gridCol w="1234440"/>
                <a:gridCol w="1051560"/>
                <a:gridCol w="1600200"/>
                <a:gridCol w="1600200"/>
              </a:tblGrid>
              <a:tr h="1120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Алгоритм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Лучший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Средний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Худший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Память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Устойчивость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Адаптивность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Вставками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Да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Да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Выбором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Обычно нет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Нет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Обменом / пузырьковая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 с swapped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Да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820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Частично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58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ВСПОМНИ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Когда какую простую сортировку лучше упомянуть?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Какая лучше для почти отсортированного массива?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Какая делает мало обменов?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Какая в основном учебная?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Какие алгоритмы используют для больших массивов?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59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Применение: вставки для почти отсортированных, выбор для малого числа обменов, пузырек для обучения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Вставками: маленькие и почти отсортированные массивы; нужна устойчивость; часто используется внутри более сложных алгоритмов для малых подмассивов.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Выбором: когда операция обмена дорогая, потому что обменов не больше n - 1; также для учебных задач.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Пузырьковая: в основном для обучения и демонстрации соседних обменов.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больших массивов обычно используют быструю сортировку, сортировку слиянием, пирамидальную сортировку или встроенные алгоритмы языка.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60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МИНИ-ЭКЗАМЕН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Проговори весь третий вопрос за 8-12 минут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Начни с определения сортировки.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Назови критерии оценки алгоритмов.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Объясни вставки, выбор и обмен.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Обязательно назови сложности и свойства.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Заверши сравнением и областями применения.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61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КАРКАС ОТВЕТА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 третьего вопроса: простые сортировки легко объяснить, но они квадратичные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Сортировка массива - упорядочивание элементов по критерию.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Алгоритмы оценивают по времени, памяти, устойчивости, адаптивности и сортировке на месте.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Вставками: вставляет элемент в отсортированную часть; O(n) лучший, O(n²) средний/худший; устойчивая и адаптивная.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Выбором: ищет минимум и ставит вперед; всегда O(n²); мало обменов; обычно неустойчивая.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Обменом: сравнивает соседей и меняет; O(n) лучший с swapped, O(n²) средний/худший; устойчивая, но неэффективная для больших данных.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62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7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ДОП. ВОПРОСЫ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Потренируй уточняющие вопросы по сортировкам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простые сортировки называются простыми?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означает O(n²)?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Какая сортировка лучше для почти отсортированного массива?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Какая сортировка делает меньше всего обменов?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пузырьковая сортировка устойчива?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сортировка выбором обычно неустойчива?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такое сортировка на месте?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63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8202B"/>
          </a:solidFill>
          <a:ln w="12700">
            <a:solidFill>
              <a:srgbClr val="18202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B55"/>
                </a:solidFill>
              </a:rPr>
              <a:t>ВОПРОС Финал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Полный пробный экзамен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9D1DD"/>
                </a:solidFill>
              </a:rPr>
              <a:t>Теперь нужно собрать весь билет в один уверенный устный ответ: три вопроса подряд, без конспекта, только по скелету.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5897880"/>
            <a:ext cx="2194560" cy="73152"/>
          </a:xfrm>
          <a:prstGeom prst="roundRect">
            <a:avLst/>
          </a:prstGeom>
          <a:solidFill>
            <a:srgbClr val="0F7B55"/>
          </a:solidFill>
          <a:ln w="12700">
            <a:solidFill>
              <a:srgbClr val="0F7B5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64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8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ПРОБНЫЙ ЭКЗАМЕН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Закрой конспект и ответь вслух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Ответь весь билет №22 полностью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0241280" cy="1874520"/>
          </a:xfrm>
          <a:prstGeom prst="roundRect">
            <a:avLst>
              <a:gd name="adj" fmla="val 3902"/>
            </a:avLst>
          </a:prstGeom>
          <a:solidFill>
            <a:srgbClr val="222B38"/>
          </a:solidFill>
          <a:ln w="12700">
            <a:solidFill>
              <a:srgbClr val="3C46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93008"/>
            <a:ext cx="9738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1: графика → растр/вектор → цветовые модели → RGB → CMY/CMYK → HSV.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2: юзабилити → характеристики → тестирование → этапы → метрики → проблемы.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3: сортировка → критерии → вставками → выбором → обменом → таблица.</a:t>
            </a:r>
            <a:endParaRPr lang="en-US" sz="1800" dirty="0"/>
          </a:p>
          <a:p>
            <a:r>
              <a:rPr lang="en-US" sz="1800" dirty="0">
                <a:solidFill>
                  <a:srgbClr val="D8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Нормальное время: 25-35 минут на весь билет.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669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Цель: не читать, а достать ответ из памяти. Потом переходи на следующий слайд и сверяйся.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Билет №22 · тренажер активного воспроизведения · 65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САМОПРОВЕРКА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После полного ответа оцени себя по чеклисту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 дал определения, а не только перечисления.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 объяснил причины: почему RGB для экрана, CMYK для печати, зачем K, почему тестируют пользователей, почему O(n²).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 привел примеры: RGB-значения, хорошее UX-задание, массив для сортировки.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 сравнил похожие понятия: растр/вектор, RGB/CMYK, usability/UX, функциональное/юзабилити-тестирование, вставки/выбор/обмен.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 не зависал: если забыл деталь, возвращался к структуре ответа.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66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УТРО ЭКЗАМЕНА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Перед экзаменом повторяй только каркас и слабые места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30-45 минут утром: не учи новое, только восстанавливай старое.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Повтори сравнение RGB и CMYK.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Повтори этапы юзабилити-тестирования одной цепочкой.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Повтори таблицу сортировок.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Ответь на дополнительные вопросы, где вчера были ошибки.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входом: запиши на черновике три скелета ответа и говори по ним.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67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ФРАЗА-СТРАХОВКА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Если забыл деталь, возвращайся к принципу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98480" cy="0"/>
          </a:xfrm>
          <a:prstGeom prst="line">
            <a:avLst/>
          </a:prstGeom>
          <a:noFill/>
          <a:ln w="1270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65276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говори: «Я не помню».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Говори: «Если говорить по принципу, здесь важно следующее...»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Дальше дай определение, причину и пример.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Экзаменатору важнее увидеть понимание и структуру, чем дословное совпадение с конспектом.</a:t>
            </a:r>
            <a:endParaRPr lang="en-US" sz="1750" dirty="0"/>
          </a:p>
          <a:p>
            <a:r>
              <a:rPr lang="en-US" sz="1750" dirty="0">
                <a:solidFill>
                  <a:srgbClr val="18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Твоя опора: определение → принцип → пример → сравнение → вывод.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4360" y="64648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5"/>
                </a:solidFill>
              </a:rPr>
              <a:t>Билет №22 · тренажер активного воспроизведения · 68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E:\diploma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Билет №22: презентация-тренажер</dc:title>
  <dc:subject>Билет №22: тренажер для устного госэкзамена</dc:subject>
  <dc:creator>Codex</dc:creator>
  <cp:lastModifiedBy>Codex</cp:lastModifiedBy>
  <cp:revision>1</cp:revision>
  <dcterms:created xsi:type="dcterms:W3CDTF">2026-06-03T16:48:23Z</dcterms:created>
  <dcterms:modified xsi:type="dcterms:W3CDTF">2026-06-03T16:48:23Z</dcterms:modified>
</cp:coreProperties>
</file>